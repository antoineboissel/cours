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304" r:id="rId4"/>
    <p:sldId id="263" r:id="rId5"/>
    <p:sldId id="307" r:id="rId6"/>
    <p:sldId id="287" r:id="rId7"/>
    <p:sldId id="295" r:id="rId8"/>
    <p:sldId id="281" r:id="rId9"/>
    <p:sldId id="280" r:id="rId10"/>
    <p:sldId id="308" r:id="rId11"/>
    <p:sldId id="285" r:id="rId12"/>
    <p:sldId id="309" r:id="rId13"/>
    <p:sldId id="277" r:id="rId14"/>
    <p:sldId id="274" r:id="rId15"/>
    <p:sldId id="272" r:id="rId16"/>
    <p:sldId id="267" r:id="rId17"/>
    <p:sldId id="273" r:id="rId18"/>
    <p:sldId id="286" r:id="rId19"/>
    <p:sldId id="297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8E255-C2F0-3671-BFF3-68F1834ADD03}" v="45" dt="2026-01-13T14:00:41.062"/>
    <p1510:client id="{258FBD65-5B78-6999-CC2A-67DE3DE029B7}" v="30" dt="2026-01-12T19:34:59.948"/>
    <p1510:client id="{43A98A00-A8D9-186E-90BC-F819B00D6C15}" v="31" dt="2026-01-13T11:10:51.109"/>
    <p1510:client id="{C69C8F54-761B-15B1-6D46-12376B36D984}" v="512" dt="2026-01-13T13:36:37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JOUANNET" userId="S::nicolas.jouannet@etu.mines-ales.fr::781ae61e-db8e-4726-9c9b-00f8407cf39f" providerId="AD" clId="Web-{C69C8F54-761B-15B1-6D46-12376B36D984}"/>
    <pc:docChg chg="addSld delSld modSld">
      <pc:chgData name="Nicolas JOUANNET" userId="S::nicolas.jouannet@etu.mines-ales.fr::781ae61e-db8e-4726-9c9b-00f8407cf39f" providerId="AD" clId="Web-{C69C8F54-761B-15B1-6D46-12376B36D984}" dt="2026-01-13T13:36:37.112" v="330" actId="20577"/>
      <pc:docMkLst>
        <pc:docMk/>
      </pc:docMkLst>
      <pc:sldChg chg="del">
        <pc:chgData name="Nicolas JOUANNET" userId="S::nicolas.jouannet@etu.mines-ales.fr::781ae61e-db8e-4726-9c9b-00f8407cf39f" providerId="AD" clId="Web-{C69C8F54-761B-15B1-6D46-12376B36D984}" dt="2026-01-13T10:31:43.493" v="289"/>
        <pc:sldMkLst>
          <pc:docMk/>
          <pc:sldMk cId="862439487" sldId="262"/>
        </pc:sldMkLst>
      </pc:sldChg>
      <pc:sldChg chg="addSp delSp modSp">
        <pc:chgData name="Nicolas JOUANNET" userId="S::nicolas.jouannet@etu.mines-ales.fr::781ae61e-db8e-4726-9c9b-00f8407cf39f" providerId="AD" clId="Web-{C69C8F54-761B-15B1-6D46-12376B36D984}" dt="2026-01-13T10:02:46.335" v="127" actId="20577"/>
        <pc:sldMkLst>
          <pc:docMk/>
          <pc:sldMk cId="4061975013" sldId="263"/>
        </pc:sldMkLst>
        <pc:spChg chg="add mod">
          <ac:chgData name="Nicolas JOUANNET" userId="S::nicolas.jouannet@etu.mines-ales.fr::781ae61e-db8e-4726-9c9b-00f8407cf39f" providerId="AD" clId="Web-{C69C8F54-761B-15B1-6D46-12376B36D984}" dt="2026-01-13T10:02:46.335" v="127" actId="20577"/>
          <ac:spMkLst>
            <pc:docMk/>
            <pc:sldMk cId="4061975013" sldId="263"/>
            <ac:spMk id="3" creationId="{6C036A54-677C-BDCD-6050-C6FAAAE1F2DF}"/>
          </ac:spMkLst>
        </pc:spChg>
        <pc:graphicFrameChg chg="del">
          <ac:chgData name="Nicolas JOUANNET" userId="S::nicolas.jouannet@etu.mines-ales.fr::781ae61e-db8e-4726-9c9b-00f8407cf39f" providerId="AD" clId="Web-{C69C8F54-761B-15B1-6D46-12376B36D984}" dt="2026-01-13T09:57:19.328" v="15"/>
          <ac:graphicFrameMkLst>
            <pc:docMk/>
            <pc:sldMk cId="4061975013" sldId="263"/>
            <ac:graphicFrameMk id="5" creationId="{D5A22F39-2908-8E03-4F6C-4756BE3822BE}"/>
          </ac:graphicFrameMkLst>
        </pc:graphicFrameChg>
      </pc:sldChg>
      <pc:sldChg chg="addSp delSp modSp">
        <pc:chgData name="Nicolas JOUANNET" userId="S::nicolas.jouannet@etu.mines-ales.fr::781ae61e-db8e-4726-9c9b-00f8407cf39f" providerId="AD" clId="Web-{C69C8F54-761B-15B1-6D46-12376B36D984}" dt="2026-01-13T10:29:16.566" v="278" actId="20577"/>
        <pc:sldMkLst>
          <pc:docMk/>
          <pc:sldMk cId="3143274497" sldId="280"/>
        </pc:sldMkLst>
        <pc:spChg chg="mod">
          <ac:chgData name="Nicolas JOUANNET" userId="S::nicolas.jouannet@etu.mines-ales.fr::781ae61e-db8e-4726-9c9b-00f8407cf39f" providerId="AD" clId="Web-{C69C8F54-761B-15B1-6D46-12376B36D984}" dt="2026-01-13T10:29:16.566" v="278" actId="20577"/>
          <ac:spMkLst>
            <pc:docMk/>
            <pc:sldMk cId="3143274497" sldId="280"/>
            <ac:spMk id="4" creationId="{4D865F22-2209-4523-FC26-4A858D2EFD5B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7:21.812" v="171"/>
          <ac:spMkLst>
            <pc:docMk/>
            <pc:sldMk cId="3143274497" sldId="280"/>
            <ac:spMk id="6" creationId="{32814307-EF3A-C13D-F29D-6019A308E2D4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7:22.859" v="172"/>
          <ac:spMkLst>
            <pc:docMk/>
            <pc:sldMk cId="3143274497" sldId="280"/>
            <ac:spMk id="8" creationId="{045DAD72-93B3-D247-EF51-F1789749F555}"/>
          </ac:spMkLst>
        </pc:spChg>
        <pc:spChg chg="del mod">
          <ac:chgData name="Nicolas JOUANNET" userId="S::nicolas.jouannet@etu.mines-ales.fr::781ae61e-db8e-4726-9c9b-00f8407cf39f" providerId="AD" clId="Web-{C69C8F54-761B-15B1-6D46-12376B36D984}" dt="2026-01-13T10:07:27.500" v="175"/>
          <ac:spMkLst>
            <pc:docMk/>
            <pc:sldMk cId="3143274497" sldId="280"/>
            <ac:spMk id="9" creationId="{D98379FE-7F5D-42D3-BA23-11E4B4479090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9:31.575" v="214"/>
          <ac:spMkLst>
            <pc:docMk/>
            <pc:sldMk cId="3143274497" sldId="280"/>
            <ac:spMk id="21" creationId="{04622BB1-7999-B640-2D1E-E1001F2D5723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9:31.153" v="213"/>
          <ac:spMkLst>
            <pc:docMk/>
            <pc:sldMk cId="3143274497" sldId="280"/>
            <ac:spMk id="22" creationId="{352FECA5-7981-5DB1-42A2-AE81D029A45C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9:30.497" v="212"/>
          <ac:spMkLst>
            <pc:docMk/>
            <pc:sldMk cId="3143274497" sldId="280"/>
            <ac:spMk id="23" creationId="{C22B00AB-BDE3-9D02-6A1B-1D48CE13DAD6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9:29.700" v="211"/>
          <ac:spMkLst>
            <pc:docMk/>
            <pc:sldMk cId="3143274497" sldId="280"/>
            <ac:spMk id="24" creationId="{DA0F0601-B100-259D-6753-E31AD71EF34A}"/>
          </ac:spMkLst>
        </pc:spChg>
        <pc:picChg chg="add del mod">
          <ac:chgData name="Nicolas JOUANNET" userId="S::nicolas.jouannet@etu.mines-ales.fr::781ae61e-db8e-4726-9c9b-00f8407cf39f" providerId="AD" clId="Web-{C69C8F54-761B-15B1-6D46-12376B36D984}" dt="2026-01-13T10:07:53.285" v="179"/>
          <ac:picMkLst>
            <pc:docMk/>
            <pc:sldMk cId="3143274497" sldId="280"/>
            <ac:picMk id="3" creationId="{7F706C34-AC4C-94C9-2E04-8B35024AEABE}"/>
          </ac:picMkLst>
        </pc:picChg>
        <pc:picChg chg="add mod">
          <ac:chgData name="Nicolas JOUANNET" userId="S::nicolas.jouannet@etu.mines-ales.fr::781ae61e-db8e-4726-9c9b-00f8407cf39f" providerId="AD" clId="Web-{C69C8F54-761B-15B1-6D46-12376B36D984}" dt="2026-01-13T10:08:22.210" v="187" actId="1076"/>
          <ac:picMkLst>
            <pc:docMk/>
            <pc:sldMk cId="3143274497" sldId="280"/>
            <ac:picMk id="5" creationId="{AB27AE05-BA88-43BF-9919-3D876AD32F50}"/>
          </ac:picMkLst>
        </pc:picChg>
        <pc:picChg chg="add del mod">
          <ac:chgData name="Nicolas JOUANNET" userId="S::nicolas.jouannet@etu.mines-ales.fr::781ae61e-db8e-4726-9c9b-00f8407cf39f" providerId="AD" clId="Web-{C69C8F54-761B-15B1-6D46-12376B36D984}" dt="2026-01-13T10:08:19.084" v="186"/>
          <ac:picMkLst>
            <pc:docMk/>
            <pc:sldMk cId="3143274497" sldId="280"/>
            <ac:picMk id="10" creationId="{945F18E5-C63E-58D3-F4BB-1B2E2F76B902}"/>
          </ac:picMkLst>
        </pc:picChg>
        <pc:picChg chg="add mod">
          <ac:chgData name="Nicolas JOUANNET" userId="S::nicolas.jouannet@etu.mines-ales.fr::781ae61e-db8e-4726-9c9b-00f8407cf39f" providerId="AD" clId="Web-{C69C8F54-761B-15B1-6D46-12376B36D984}" dt="2026-01-13T10:09:35.513" v="215" actId="1076"/>
          <ac:picMkLst>
            <pc:docMk/>
            <pc:sldMk cId="3143274497" sldId="280"/>
            <ac:picMk id="11" creationId="{946B5439-E9E0-DEF5-F1C3-DEB639A78D4F}"/>
          </ac:picMkLst>
        </pc:picChg>
        <pc:picChg chg="del">
          <ac:chgData name="Nicolas JOUANNET" userId="S::nicolas.jouannet@etu.mines-ales.fr::781ae61e-db8e-4726-9c9b-00f8407cf39f" providerId="AD" clId="Web-{C69C8F54-761B-15B1-6D46-12376B36D984}" dt="2026-01-13T10:07:23.453" v="173"/>
          <ac:picMkLst>
            <pc:docMk/>
            <pc:sldMk cId="3143274497" sldId="280"/>
            <ac:picMk id="1026" creationId="{B1B95493-7B02-3EE1-3C1E-0A2A6C96A92D}"/>
          </ac:picMkLst>
        </pc:picChg>
        <pc:picChg chg="del">
          <ac:chgData name="Nicolas JOUANNET" userId="S::nicolas.jouannet@etu.mines-ales.fr::781ae61e-db8e-4726-9c9b-00f8407cf39f" providerId="AD" clId="Web-{C69C8F54-761B-15B1-6D46-12376B36D984}" dt="2026-01-13T10:07:19.452" v="170"/>
          <ac:picMkLst>
            <pc:docMk/>
            <pc:sldMk cId="3143274497" sldId="280"/>
            <ac:picMk id="1028" creationId="{A9787B16-CF0B-7B91-20AB-29365B5CC79F}"/>
          </ac:picMkLst>
        </pc:picChg>
        <pc:picChg chg="del">
          <ac:chgData name="Nicolas JOUANNET" userId="S::nicolas.jouannet@etu.mines-ales.fr::781ae61e-db8e-4726-9c9b-00f8407cf39f" providerId="AD" clId="Web-{C69C8F54-761B-15B1-6D46-12376B36D984}" dt="2026-01-13T10:07:19.077" v="169"/>
          <ac:picMkLst>
            <pc:docMk/>
            <pc:sldMk cId="3143274497" sldId="280"/>
            <ac:picMk id="1030" creationId="{77645420-B12F-B9AE-2C75-8075DF0FEBC4}"/>
          </ac:picMkLst>
        </pc:picChg>
      </pc:sldChg>
      <pc:sldChg chg="modSp">
        <pc:chgData name="Nicolas JOUANNET" userId="S::nicolas.jouannet@etu.mines-ales.fr::781ae61e-db8e-4726-9c9b-00f8407cf39f" providerId="AD" clId="Web-{C69C8F54-761B-15B1-6D46-12376B36D984}" dt="2026-01-13T11:11:12.875" v="310" actId="1076"/>
        <pc:sldMkLst>
          <pc:docMk/>
          <pc:sldMk cId="1052734689" sldId="281"/>
        </pc:sldMkLst>
        <pc:spChg chg="mod">
          <ac:chgData name="Nicolas JOUANNET" userId="S::nicolas.jouannet@etu.mines-ales.fr::781ae61e-db8e-4726-9c9b-00f8407cf39f" providerId="AD" clId="Web-{C69C8F54-761B-15B1-6D46-12376B36D984}" dt="2026-01-13T11:11:12.875" v="310" actId="1076"/>
          <ac:spMkLst>
            <pc:docMk/>
            <pc:sldMk cId="1052734689" sldId="281"/>
            <ac:spMk id="2" creationId="{6A08BD02-DEEF-322D-39EE-DAFB71C33328}"/>
          </ac:spMkLst>
        </pc:spChg>
      </pc:sldChg>
      <pc:sldChg chg="del">
        <pc:chgData name="Nicolas JOUANNET" userId="S::nicolas.jouannet@etu.mines-ales.fr::781ae61e-db8e-4726-9c9b-00f8407cf39f" providerId="AD" clId="Web-{C69C8F54-761B-15B1-6D46-12376B36D984}" dt="2026-01-13T10:04:14.961" v="168"/>
        <pc:sldMkLst>
          <pc:docMk/>
          <pc:sldMk cId="3699718212" sldId="284"/>
        </pc:sldMkLst>
      </pc:sldChg>
      <pc:sldChg chg="addSp delSp modSp">
        <pc:chgData name="Nicolas JOUANNET" userId="S::nicolas.jouannet@etu.mines-ales.fr::781ae61e-db8e-4726-9c9b-00f8407cf39f" providerId="AD" clId="Web-{C69C8F54-761B-15B1-6D46-12376B36D984}" dt="2026-01-13T10:29:35.567" v="287" actId="20577"/>
        <pc:sldMkLst>
          <pc:docMk/>
          <pc:sldMk cId="2448540179" sldId="285"/>
        </pc:sldMkLst>
        <pc:spChg chg="mod">
          <ac:chgData name="Nicolas JOUANNET" userId="S::nicolas.jouannet@etu.mines-ales.fr::781ae61e-db8e-4726-9c9b-00f8407cf39f" providerId="AD" clId="Web-{C69C8F54-761B-15B1-6D46-12376B36D984}" dt="2026-01-13T10:29:35.567" v="287" actId="20577"/>
          <ac:spMkLst>
            <pc:docMk/>
            <pc:sldMk cId="2448540179" sldId="285"/>
            <ac:spMk id="2" creationId="{91F82FFD-96D4-273B-9FE8-7DD968B70086}"/>
          </ac:spMkLst>
        </pc:spChg>
        <pc:picChg chg="add mod">
          <ac:chgData name="Nicolas JOUANNET" userId="S::nicolas.jouannet@etu.mines-ales.fr::781ae61e-db8e-4726-9c9b-00f8407cf39f" providerId="AD" clId="Web-{C69C8F54-761B-15B1-6D46-12376B36D984}" dt="2026-01-13T10:29:22.707" v="282" actId="1076"/>
          <ac:picMkLst>
            <pc:docMk/>
            <pc:sldMk cId="2448540179" sldId="285"/>
            <ac:picMk id="3" creationId="{A3E914BE-BBD6-8FBF-19F0-F3F573FA88D1}"/>
          </ac:picMkLst>
        </pc:picChg>
        <pc:picChg chg="del">
          <ac:chgData name="Nicolas JOUANNET" userId="S::nicolas.jouannet@etu.mines-ales.fr::781ae61e-db8e-4726-9c9b-00f8407cf39f" providerId="AD" clId="Web-{C69C8F54-761B-15B1-6D46-12376B36D984}" dt="2026-01-13T10:29:19.019" v="280"/>
          <ac:picMkLst>
            <pc:docMk/>
            <pc:sldMk cId="2448540179" sldId="285"/>
            <ac:picMk id="4" creationId="{68093B7F-9A16-3BAF-36F4-400CFF94856E}"/>
          </ac:picMkLst>
        </pc:picChg>
        <pc:picChg chg="del">
          <ac:chgData name="Nicolas JOUANNET" userId="S::nicolas.jouannet@etu.mines-ales.fr::781ae61e-db8e-4726-9c9b-00f8407cf39f" providerId="AD" clId="Web-{C69C8F54-761B-15B1-6D46-12376B36D984}" dt="2026-01-13T10:29:18.613" v="279"/>
          <ac:picMkLst>
            <pc:docMk/>
            <pc:sldMk cId="2448540179" sldId="285"/>
            <ac:picMk id="5124" creationId="{0DE0C0E2-3836-0CD4-D8A6-76959BB7F806}"/>
          </ac:picMkLst>
        </pc:picChg>
      </pc:sldChg>
      <pc:sldChg chg="addSp delSp modSp">
        <pc:chgData name="Nicolas JOUANNET" userId="S::nicolas.jouannet@etu.mines-ales.fr::781ae61e-db8e-4726-9c9b-00f8407cf39f" providerId="AD" clId="Web-{C69C8F54-761B-15B1-6D46-12376B36D984}" dt="2026-01-13T10:03:57.649" v="155" actId="20577"/>
        <pc:sldMkLst>
          <pc:docMk/>
          <pc:sldMk cId="4090982484" sldId="287"/>
        </pc:sldMkLst>
        <pc:spChg chg="mod">
          <ac:chgData name="Nicolas JOUANNET" userId="S::nicolas.jouannet@etu.mines-ales.fr::781ae61e-db8e-4726-9c9b-00f8407cf39f" providerId="AD" clId="Web-{C69C8F54-761B-15B1-6D46-12376B36D984}" dt="2026-01-13T10:03:57.649" v="155" actId="20577"/>
          <ac:spMkLst>
            <pc:docMk/>
            <pc:sldMk cId="4090982484" sldId="287"/>
            <ac:spMk id="2" creationId="{D221BC23-2C4D-3F1B-1820-572579A4AADA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4" creationId="{5B4D8A2F-42F0-2B6E-F5CE-9D1E617E3535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6" creationId="{8010F75A-D2CF-6FF8-CF3E-0425232B2550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7"/>
          <ac:spMkLst>
            <pc:docMk/>
            <pc:sldMk cId="4090982484" sldId="287"/>
            <ac:spMk id="7" creationId="{C0F28E01-1C64-56C0-029B-A1C9A32E9231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8" creationId="{664624AF-9709-D2F6-CBEB-457A66AD2A1B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4"/>
          <ac:spMkLst>
            <pc:docMk/>
            <pc:sldMk cId="4090982484" sldId="287"/>
            <ac:spMk id="9" creationId="{11CC2535-3E7D-1219-8D57-169E39D61F84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10" creationId="{9A76CF94-374E-3B4D-05F4-87ECACB5F7CB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3"/>
          <ac:spMkLst>
            <pc:docMk/>
            <pc:sldMk cId="4090982484" sldId="287"/>
            <ac:spMk id="11" creationId="{C76A87FE-82CC-CAD6-E069-DD870ADAAD90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6"/>
          <ac:spMkLst>
            <pc:docMk/>
            <pc:sldMk cId="4090982484" sldId="287"/>
            <ac:spMk id="12" creationId="{C132CE67-FAAA-5A85-3B61-DC000B45E5E5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1"/>
          <ac:spMkLst>
            <pc:docMk/>
            <pc:sldMk cId="4090982484" sldId="287"/>
            <ac:spMk id="13" creationId="{5EFA6DF6-84A3-9D53-347B-BFA6E2AB2B8A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0"/>
          <ac:spMkLst>
            <pc:docMk/>
            <pc:sldMk cId="4090982484" sldId="287"/>
            <ac:spMk id="14" creationId="{ADAFFB82-BB26-2E7A-F027-C49F88C8C09C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15" creationId="{2F3EBDEA-1C55-F48B-E8ED-2D7EFD14BE75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5"/>
          <ac:spMkLst>
            <pc:docMk/>
            <pc:sldMk cId="4090982484" sldId="287"/>
            <ac:spMk id="19" creationId="{1C75B257-A364-6FFD-EE01-50F811933DC7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23" creationId="{E4A13948-BBA6-34D5-8D9D-05444D1D9261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24" creationId="{15DF90C5-3F74-7024-638C-4ACE5083DEED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8"/>
          <ac:spMkLst>
            <pc:docMk/>
            <pc:sldMk cId="4090982484" sldId="287"/>
            <ac:spMk id="26" creationId="{848EACA2-EC5F-7ECB-8B5F-3329E63D26EF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36"/>
          <ac:spMkLst>
            <pc:docMk/>
            <pc:sldMk cId="4090982484" sldId="287"/>
            <ac:spMk id="29" creationId="{783C2794-8973-2E73-1AED-48F3A1516977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35"/>
          <ac:spMkLst>
            <pc:docMk/>
            <pc:sldMk cId="4090982484" sldId="287"/>
            <ac:spMk id="31" creationId="{A82E9ED9-AF2F-530B-6B90-358C30E0ED17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34"/>
          <ac:spMkLst>
            <pc:docMk/>
            <pc:sldMk cId="4090982484" sldId="287"/>
            <ac:spMk id="33" creationId="{45FC6FB5-6862-47BD-1644-AEC5E77D7587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35" creationId="{5D3569AE-DC29-49F1-130B-61B7B24B95F9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36" creationId="{879D145A-6F84-65DF-EFC0-5D8A6414C32A}"/>
          </ac:spMkLst>
        </pc:spChg>
        <pc:spChg chg="add">
          <ac:chgData name="Nicolas JOUANNET" userId="S::nicolas.jouannet@etu.mines-ales.fr::781ae61e-db8e-4726-9c9b-00f8407cf39f" providerId="AD" clId="Web-{C69C8F54-761B-15B1-6D46-12376B36D984}" dt="2026-01-13T10:03:46.727" v="149"/>
          <ac:spMkLst>
            <pc:docMk/>
            <pc:sldMk cId="4090982484" sldId="287"/>
            <ac:spMk id="37" creationId="{28B41600-6AD9-392E-4A64-43461262DF74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42"/>
          <ac:spMkLst>
            <pc:docMk/>
            <pc:sldMk cId="4090982484" sldId="287"/>
            <ac:spMk id="41" creationId="{129DBB9C-A10A-56C5-E987-843F147CB374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32"/>
          <ac:spMkLst>
            <pc:docMk/>
            <pc:sldMk cId="4090982484" sldId="287"/>
            <ac:spMk id="46" creationId="{03621664-A3D9-25BE-2A06-56653CB1C9AD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30"/>
          <ac:spMkLst>
            <pc:docMk/>
            <pc:sldMk cId="4090982484" sldId="287"/>
            <ac:spMk id="51" creationId="{333C6ADC-08F4-7D79-46F3-01999853407F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03:44.414" v="129"/>
          <ac:spMkLst>
            <pc:docMk/>
            <pc:sldMk cId="4090982484" sldId="287"/>
            <ac:spMk id="56" creationId="{DE2C20E3-F40C-B57B-04AC-A3D79112430F}"/>
          </ac:spMkLst>
        </pc:spChg>
        <pc:cxnChg chg="del">
          <ac:chgData name="Nicolas JOUANNET" userId="S::nicolas.jouannet@etu.mines-ales.fr::781ae61e-db8e-4726-9c9b-00f8407cf39f" providerId="AD" clId="Web-{C69C8F54-761B-15B1-6D46-12376B36D984}" dt="2026-01-13T10:03:44.414" v="139"/>
          <ac:cxnSpMkLst>
            <pc:docMk/>
            <pc:sldMk cId="4090982484" sldId="287"/>
            <ac:cxnSpMk id="16" creationId="{54D9C11A-8FEA-4636-536A-A2AB4885F5BA}"/>
          </ac:cxnSpMkLst>
        </pc:cxnChg>
        <pc:cxnChg chg="del">
          <ac:chgData name="Nicolas JOUANNET" userId="S::nicolas.jouannet@etu.mines-ales.fr::781ae61e-db8e-4726-9c9b-00f8407cf39f" providerId="AD" clId="Web-{C69C8F54-761B-15B1-6D46-12376B36D984}" dt="2026-01-13T10:03:44.414" v="138"/>
          <ac:cxnSpMkLst>
            <pc:docMk/>
            <pc:sldMk cId="4090982484" sldId="287"/>
            <ac:cxnSpMk id="18" creationId="{0BB72977-F77A-CDC3-A70B-DA33E29F0B5F}"/>
          </ac:cxnSpMkLst>
        </pc:cxnChg>
        <pc:cxnChg chg="del">
          <ac:chgData name="Nicolas JOUANNET" userId="S::nicolas.jouannet@etu.mines-ales.fr::781ae61e-db8e-4726-9c9b-00f8407cf39f" providerId="AD" clId="Web-{C69C8F54-761B-15B1-6D46-12376B36D984}" dt="2026-01-13T10:03:44.414" v="137"/>
          <ac:cxnSpMkLst>
            <pc:docMk/>
            <pc:sldMk cId="4090982484" sldId="287"/>
            <ac:cxnSpMk id="25" creationId="{A4DDCC69-97FD-ED4D-7B1C-3050713390E3}"/>
          </ac:cxnSpMkLst>
        </pc:cxnChg>
        <pc:cxnChg chg="del mod">
          <ac:chgData name="Nicolas JOUANNET" userId="S::nicolas.jouannet@etu.mines-ales.fr::781ae61e-db8e-4726-9c9b-00f8407cf39f" providerId="AD" clId="Web-{C69C8F54-761B-15B1-6D46-12376B36D984}" dt="2026-01-13T10:03:44.414" v="133"/>
          <ac:cxnSpMkLst>
            <pc:docMk/>
            <pc:sldMk cId="4090982484" sldId="287"/>
            <ac:cxnSpMk id="43" creationId="{67639E0D-A55A-7EEA-4E5C-B9C583DFA3B0}"/>
          </ac:cxnSpMkLst>
        </pc:cxnChg>
        <pc:cxnChg chg="del mod">
          <ac:chgData name="Nicolas JOUANNET" userId="S::nicolas.jouannet@etu.mines-ales.fr::781ae61e-db8e-4726-9c9b-00f8407cf39f" providerId="AD" clId="Web-{C69C8F54-761B-15B1-6D46-12376B36D984}" dt="2026-01-13T10:03:44.414" v="131"/>
          <ac:cxnSpMkLst>
            <pc:docMk/>
            <pc:sldMk cId="4090982484" sldId="287"/>
            <ac:cxnSpMk id="48" creationId="{84F8FAD4-E0AD-ABF9-BD84-2A513D774653}"/>
          </ac:cxnSpMkLst>
        </pc:cxnChg>
      </pc:sldChg>
      <pc:sldChg chg="addSp delSp modSp">
        <pc:chgData name="Nicolas JOUANNET" userId="S::nicolas.jouannet@etu.mines-ales.fr::781ae61e-db8e-4726-9c9b-00f8407cf39f" providerId="AD" clId="Web-{C69C8F54-761B-15B1-6D46-12376B36D984}" dt="2026-01-13T10:35:10.483" v="305" actId="1076"/>
        <pc:sldMkLst>
          <pc:docMk/>
          <pc:sldMk cId="2261945549" sldId="297"/>
        </pc:sldMkLst>
        <pc:spChg chg="add mod">
          <ac:chgData name="Nicolas JOUANNET" userId="S::nicolas.jouannet@etu.mines-ales.fr::781ae61e-db8e-4726-9c9b-00f8407cf39f" providerId="AD" clId="Web-{C69C8F54-761B-15B1-6D46-12376B36D984}" dt="2026-01-13T10:34:55.952" v="299" actId="20577"/>
          <ac:spMkLst>
            <pc:docMk/>
            <pc:sldMk cId="2261945549" sldId="297"/>
            <ac:spMk id="3" creationId="{F2D927CE-F4F2-74F0-2B1D-913AEEC4F2EB}"/>
          </ac:spMkLst>
        </pc:spChg>
        <pc:spChg chg="del mod">
          <ac:chgData name="Nicolas JOUANNET" userId="S::nicolas.jouannet@etu.mines-ales.fr::781ae61e-db8e-4726-9c9b-00f8407cf39f" providerId="AD" clId="Web-{C69C8F54-761B-15B1-6D46-12376B36D984}" dt="2026-01-13T10:32:10.682" v="292"/>
          <ac:spMkLst>
            <pc:docMk/>
            <pc:sldMk cId="2261945549" sldId="297"/>
            <ac:spMk id="11" creationId="{A4AA7F50-F59A-AC86-D37F-877CA1E06195}"/>
          </ac:spMkLst>
        </pc:spChg>
        <pc:picChg chg="del">
          <ac:chgData name="Nicolas JOUANNET" userId="S::nicolas.jouannet@etu.mines-ales.fr::781ae61e-db8e-4726-9c9b-00f8407cf39f" providerId="AD" clId="Web-{C69C8F54-761B-15B1-6D46-12376B36D984}" dt="2026-01-13T10:32:02.588" v="290"/>
          <ac:picMkLst>
            <pc:docMk/>
            <pc:sldMk cId="2261945549" sldId="297"/>
            <ac:picMk id="4" creationId="{6775E615-17EF-6054-3263-2909F8BAF181}"/>
          </ac:picMkLst>
        </pc:picChg>
        <pc:picChg chg="add mod">
          <ac:chgData name="Nicolas JOUANNET" userId="S::nicolas.jouannet@etu.mines-ales.fr::781ae61e-db8e-4726-9c9b-00f8407cf39f" providerId="AD" clId="Web-{C69C8F54-761B-15B1-6D46-12376B36D984}" dt="2026-01-13T10:35:10.483" v="305" actId="1076"/>
          <ac:picMkLst>
            <pc:docMk/>
            <pc:sldMk cId="2261945549" sldId="297"/>
            <ac:picMk id="5" creationId="{D4728621-759A-AC6E-6AE5-F5CE34604335}"/>
          </ac:picMkLst>
        </pc:picChg>
      </pc:sldChg>
      <pc:sldChg chg="del">
        <pc:chgData name="Nicolas JOUANNET" userId="S::nicolas.jouannet@etu.mines-ales.fr::781ae61e-db8e-4726-9c9b-00f8407cf39f" providerId="AD" clId="Web-{C69C8F54-761B-15B1-6D46-12376B36D984}" dt="2026-01-13T10:26:42.963" v="266"/>
        <pc:sldMkLst>
          <pc:docMk/>
          <pc:sldMk cId="3072491828" sldId="305"/>
        </pc:sldMkLst>
      </pc:sldChg>
      <pc:sldChg chg="new del">
        <pc:chgData name="Nicolas JOUANNET" userId="S::nicolas.jouannet@etu.mines-ales.fr::781ae61e-db8e-4726-9c9b-00f8407cf39f" providerId="AD" clId="Web-{C69C8F54-761B-15B1-6D46-12376B36D984}" dt="2026-01-13T09:52:37.594" v="14"/>
        <pc:sldMkLst>
          <pc:docMk/>
          <pc:sldMk cId="2955173593" sldId="306"/>
        </pc:sldMkLst>
      </pc:sldChg>
      <pc:sldChg chg="delSp modSp add replId">
        <pc:chgData name="Nicolas JOUANNET" userId="S::nicolas.jouannet@etu.mines-ales.fr::781ae61e-db8e-4726-9c9b-00f8407cf39f" providerId="AD" clId="Web-{C69C8F54-761B-15B1-6D46-12376B36D984}" dt="2026-01-13T13:06:21.012" v="313" actId="1076"/>
        <pc:sldMkLst>
          <pc:docMk/>
          <pc:sldMk cId="3498717631" sldId="307"/>
        </pc:sldMkLst>
        <pc:spChg chg="mod">
          <ac:chgData name="Nicolas JOUANNET" userId="S::nicolas.jouannet@etu.mines-ales.fr::781ae61e-db8e-4726-9c9b-00f8407cf39f" providerId="AD" clId="Web-{C69C8F54-761B-15B1-6D46-12376B36D984}" dt="2026-01-13T09:52:36.828" v="13" actId="20577"/>
          <ac:spMkLst>
            <pc:docMk/>
            <pc:sldMk cId="3498717631" sldId="307"/>
            <ac:spMk id="2" creationId="{6A9C219D-2832-9FC4-5E5B-CD134C79C752}"/>
          </ac:spMkLst>
        </pc:spChg>
        <pc:spChg chg="mod">
          <ac:chgData name="Nicolas JOUANNET" userId="S::nicolas.jouannet@etu.mines-ales.fr::781ae61e-db8e-4726-9c9b-00f8407cf39f" providerId="AD" clId="Web-{C69C8F54-761B-15B1-6D46-12376B36D984}" dt="2026-01-13T13:06:21.012" v="313" actId="1076"/>
          <ac:spMkLst>
            <pc:docMk/>
            <pc:sldMk cId="3498717631" sldId="307"/>
            <ac:spMk id="33" creationId="{7D24B4E5-11C1-DE05-B1D0-A21780B9B933}"/>
          </ac:spMkLst>
        </pc:spChg>
        <pc:graphicFrameChg chg="del">
          <ac:chgData name="Nicolas JOUANNET" userId="S::nicolas.jouannet@etu.mines-ales.fr::781ae61e-db8e-4726-9c9b-00f8407cf39f" providerId="AD" clId="Web-{C69C8F54-761B-15B1-6D46-12376B36D984}" dt="2026-01-13T10:02:51.570" v="128"/>
          <ac:graphicFrameMkLst>
            <pc:docMk/>
            <pc:sldMk cId="3498717631" sldId="307"/>
            <ac:graphicFrameMk id="5" creationId="{8995709D-2AB2-17A2-0D8C-F90702589511}"/>
          </ac:graphicFrameMkLst>
        </pc:graphicFrameChg>
      </pc:sldChg>
      <pc:sldChg chg="delSp modSp add replId">
        <pc:chgData name="Nicolas JOUANNET" userId="S::nicolas.jouannet@etu.mines-ales.fr::781ae61e-db8e-4726-9c9b-00f8407cf39f" providerId="AD" clId="Web-{C69C8F54-761B-15B1-6D46-12376B36D984}" dt="2026-01-13T10:28:59.550" v="274"/>
        <pc:sldMkLst>
          <pc:docMk/>
          <pc:sldMk cId="3011559508" sldId="308"/>
        </pc:sldMkLst>
        <pc:spChg chg="mod">
          <ac:chgData name="Nicolas JOUANNET" userId="S::nicolas.jouannet@etu.mines-ales.fr::781ae61e-db8e-4726-9c9b-00f8407cf39f" providerId="AD" clId="Web-{C69C8F54-761B-15B1-6D46-12376B36D984}" dt="2026-01-13T10:28:56.596" v="271" actId="20577"/>
          <ac:spMkLst>
            <pc:docMk/>
            <pc:sldMk cId="3011559508" sldId="308"/>
            <ac:spMk id="2" creationId="{277BA27B-9435-261E-FACA-B81DF9AFFFB4}"/>
          </ac:spMkLst>
        </pc:spChg>
        <pc:spChg chg="del">
          <ac:chgData name="Nicolas JOUANNET" userId="S::nicolas.jouannet@etu.mines-ales.fr::781ae61e-db8e-4726-9c9b-00f8407cf39f" providerId="AD" clId="Web-{C69C8F54-761B-15B1-6D46-12376B36D984}" dt="2026-01-13T10:28:59.550" v="274"/>
          <ac:spMkLst>
            <pc:docMk/>
            <pc:sldMk cId="3011559508" sldId="308"/>
            <ac:spMk id="4" creationId="{9B8118E2-DE92-F501-C60A-02D87598A898}"/>
          </ac:spMkLst>
        </pc:spChg>
        <pc:picChg chg="del">
          <ac:chgData name="Nicolas JOUANNET" userId="S::nicolas.jouannet@etu.mines-ales.fr::781ae61e-db8e-4726-9c9b-00f8407cf39f" providerId="AD" clId="Web-{C69C8F54-761B-15B1-6D46-12376B36D984}" dt="2026-01-13T10:28:57.331" v="272"/>
          <ac:picMkLst>
            <pc:docMk/>
            <pc:sldMk cId="3011559508" sldId="308"/>
            <ac:picMk id="5" creationId="{BBFCC344-82FF-CF26-D359-5E86A12D1535}"/>
          </ac:picMkLst>
        </pc:picChg>
        <pc:picChg chg="del">
          <ac:chgData name="Nicolas JOUANNET" userId="S::nicolas.jouannet@etu.mines-ales.fr::781ae61e-db8e-4726-9c9b-00f8407cf39f" providerId="AD" clId="Web-{C69C8F54-761B-15B1-6D46-12376B36D984}" dt="2026-01-13T10:28:57.690" v="273"/>
          <ac:picMkLst>
            <pc:docMk/>
            <pc:sldMk cId="3011559508" sldId="308"/>
            <ac:picMk id="11" creationId="{2CFD7AD4-FC93-FF21-3BAF-175B34F48A49}"/>
          </ac:picMkLst>
        </pc:picChg>
      </pc:sldChg>
      <pc:sldChg chg="addSp delSp modSp new del">
        <pc:chgData name="Nicolas JOUANNET" userId="S::nicolas.jouannet@etu.mines-ales.fr::781ae61e-db8e-4726-9c9b-00f8407cf39f" providerId="AD" clId="Web-{C69C8F54-761B-15B1-6D46-12376B36D984}" dt="2026-01-13T11:31:21.878" v="311"/>
        <pc:sldMkLst>
          <pc:docMk/>
          <pc:sldMk cId="1575412945" sldId="309"/>
        </pc:sldMkLst>
        <pc:spChg chg="del">
          <ac:chgData name="Nicolas JOUANNET" userId="S::nicolas.jouannet@etu.mines-ales.fr::781ae61e-db8e-4726-9c9b-00f8407cf39f" providerId="AD" clId="Web-{C69C8F54-761B-15B1-6D46-12376B36D984}" dt="2026-01-13T10:32:13.057" v="293"/>
          <ac:spMkLst>
            <pc:docMk/>
            <pc:sldMk cId="1575412945" sldId="309"/>
            <ac:spMk id="3" creationId="{BF7054A0-574C-470E-A257-BA8B8E8894FB}"/>
          </ac:spMkLst>
        </pc:spChg>
        <pc:spChg chg="add del mod">
          <ac:chgData name="Nicolas JOUANNET" userId="S::nicolas.jouannet@etu.mines-ales.fr::781ae61e-db8e-4726-9c9b-00f8407cf39f" providerId="AD" clId="Web-{C69C8F54-761B-15B1-6D46-12376B36D984}" dt="2026-01-13T10:32:37.933" v="295"/>
          <ac:spMkLst>
            <pc:docMk/>
            <pc:sldMk cId="1575412945" sldId="309"/>
            <ac:spMk id="7" creationId="{026E153E-658A-2722-2194-63E26BA202D1}"/>
          </ac:spMkLst>
        </pc:spChg>
        <pc:picChg chg="add del mod ord">
          <ac:chgData name="Nicolas JOUANNET" userId="S::nicolas.jouannet@etu.mines-ales.fr::781ae61e-db8e-4726-9c9b-00f8407cf39f" providerId="AD" clId="Web-{C69C8F54-761B-15B1-6D46-12376B36D984}" dt="2026-01-13T10:32:18.307" v="294"/>
          <ac:picMkLst>
            <pc:docMk/>
            <pc:sldMk cId="1575412945" sldId="309"/>
            <ac:picMk id="5" creationId="{3E6F4836-82A3-04EF-9874-16AE4401BB8A}"/>
          </ac:picMkLst>
        </pc:picChg>
        <pc:picChg chg="add mod ord">
          <ac:chgData name="Nicolas JOUANNET" userId="S::nicolas.jouannet@etu.mines-ales.fr::781ae61e-db8e-4726-9c9b-00f8407cf39f" providerId="AD" clId="Web-{C69C8F54-761B-15B1-6D46-12376B36D984}" dt="2026-01-13T10:32:42.355" v="296" actId="1076"/>
          <ac:picMkLst>
            <pc:docMk/>
            <pc:sldMk cId="1575412945" sldId="309"/>
            <ac:picMk id="8" creationId="{625698B1-1C27-17F2-02C5-5DC7F09E268F}"/>
          </ac:picMkLst>
        </pc:picChg>
      </pc:sldChg>
      <pc:sldChg chg="delSp modSp add replId">
        <pc:chgData name="Nicolas JOUANNET" userId="S::nicolas.jouannet@etu.mines-ales.fr::781ae61e-db8e-4726-9c9b-00f8407cf39f" providerId="AD" clId="Web-{C69C8F54-761B-15B1-6D46-12376B36D984}" dt="2026-01-13T13:36:37.112" v="330" actId="20577"/>
        <pc:sldMkLst>
          <pc:docMk/>
          <pc:sldMk cId="2537587346" sldId="309"/>
        </pc:sldMkLst>
        <pc:spChg chg="mod">
          <ac:chgData name="Nicolas JOUANNET" userId="S::nicolas.jouannet@etu.mines-ales.fr::781ae61e-db8e-4726-9c9b-00f8407cf39f" providerId="AD" clId="Web-{C69C8F54-761B-15B1-6D46-12376B36D984}" dt="2026-01-13T13:36:37.112" v="330" actId="20577"/>
          <ac:spMkLst>
            <pc:docMk/>
            <pc:sldMk cId="2537587346" sldId="309"/>
            <ac:spMk id="2" creationId="{871A87B7-D828-5A93-823E-669930F2F3B1}"/>
          </ac:spMkLst>
        </pc:spChg>
        <pc:picChg chg="del">
          <ac:chgData name="Nicolas JOUANNET" userId="S::nicolas.jouannet@etu.mines-ales.fr::781ae61e-db8e-4726-9c9b-00f8407cf39f" providerId="AD" clId="Web-{C69C8F54-761B-15B1-6D46-12376B36D984}" dt="2026-01-13T13:34:51.842" v="315"/>
          <ac:picMkLst>
            <pc:docMk/>
            <pc:sldMk cId="2537587346" sldId="309"/>
            <ac:picMk id="3" creationId="{F116EC9F-C9EF-F347-A8E8-56A4070EE99D}"/>
          </ac:picMkLst>
        </pc:picChg>
      </pc:sldChg>
    </pc:docChg>
  </pc:docChgLst>
  <pc:docChgLst>
    <pc:chgData name="Nicolas JOUANNET" userId="S::nicolas.jouannet@etu.mines-ales.fr::781ae61e-db8e-4726-9c9b-00f8407cf39f" providerId="AD" clId="Web-{0598E255-C2F0-3671-BFF3-68F1834ADD03}"/>
    <pc:docChg chg="modSld">
      <pc:chgData name="Nicolas JOUANNET" userId="S::nicolas.jouannet@etu.mines-ales.fr::781ae61e-db8e-4726-9c9b-00f8407cf39f" providerId="AD" clId="Web-{0598E255-C2F0-3671-BFF3-68F1834ADD03}" dt="2026-01-13T14:00:41.062" v="44"/>
      <pc:docMkLst>
        <pc:docMk/>
      </pc:docMkLst>
      <pc:sldChg chg="addSp delSp modSp">
        <pc:chgData name="Nicolas JOUANNET" userId="S::nicolas.jouannet@etu.mines-ales.fr::781ae61e-db8e-4726-9c9b-00f8407cf39f" providerId="AD" clId="Web-{0598E255-C2F0-3671-BFF3-68F1834ADD03}" dt="2026-01-13T14:00:41.062" v="44"/>
        <pc:sldMkLst>
          <pc:docMk/>
          <pc:sldMk cId="2537587346" sldId="309"/>
        </pc:sldMkLst>
        <pc:picChg chg="add del mod">
          <ac:chgData name="Nicolas JOUANNET" userId="S::nicolas.jouannet@etu.mines-ales.fr::781ae61e-db8e-4726-9c9b-00f8407cf39f" providerId="AD" clId="Web-{0598E255-C2F0-3671-BFF3-68F1834ADD03}" dt="2026-01-13T14:00:41.062" v="44"/>
          <ac:picMkLst>
            <pc:docMk/>
            <pc:sldMk cId="2537587346" sldId="309"/>
            <ac:picMk id="3" creationId="{BBEF92A3-9B84-7D8C-2165-E9F49787F0FD}"/>
          </ac:picMkLst>
        </pc:picChg>
        <pc:inkChg chg="add del">
          <ac:chgData name="Nicolas JOUANNET" userId="S::nicolas.jouannet@etu.mines-ales.fr::781ae61e-db8e-4726-9c9b-00f8407cf39f" providerId="AD" clId="Web-{0598E255-C2F0-3671-BFF3-68F1834ADD03}" dt="2026-01-13T13:59:08.247" v="11"/>
          <ac:inkMkLst>
            <pc:docMk/>
            <pc:sldMk cId="2537587346" sldId="309"/>
            <ac:inkMk id="4" creationId="{7AC9F97C-0784-0A1F-D052-07C3796A1761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3:59:29.842" v="16"/>
          <ac:inkMkLst>
            <pc:docMk/>
            <pc:sldMk cId="2537587346" sldId="309"/>
            <ac:inkMk id="6" creationId="{D24A6792-72BD-D1F4-87D8-75D5FE7EFDEA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3:59:29.498" v="15"/>
          <ac:inkMkLst>
            <pc:docMk/>
            <pc:sldMk cId="2537587346" sldId="309"/>
            <ac:inkMk id="8" creationId="{11A16542-BD06-7144-C5FB-A889DDFE17CF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3:59:33.514" v="18"/>
          <ac:inkMkLst>
            <pc:docMk/>
            <pc:sldMk cId="2537587346" sldId="309"/>
            <ac:inkMk id="9" creationId="{EC93C3DC-8336-46D0-A2BC-7BE8C8DB4A4E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02.046" v="21"/>
          <ac:inkMkLst>
            <pc:docMk/>
            <pc:sldMk cId="2537587346" sldId="309"/>
            <ac:inkMk id="11" creationId="{ED8C648E-3233-FFFA-3E58-094BDEA29E0E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22.796" v="28"/>
          <ac:inkMkLst>
            <pc:docMk/>
            <pc:sldMk cId="2537587346" sldId="309"/>
            <ac:inkMk id="12" creationId="{9251FFF5-F8D3-C20F-8BDF-8EE32A28AD0B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22.499" v="27"/>
          <ac:inkMkLst>
            <pc:docMk/>
            <pc:sldMk cId="2537587346" sldId="309"/>
            <ac:inkMk id="13" creationId="{D5491E44-930F-60EF-4A2D-22C97838ABB8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22.281" v="26"/>
          <ac:inkMkLst>
            <pc:docMk/>
            <pc:sldMk cId="2537587346" sldId="309"/>
            <ac:inkMk id="14" creationId="{911C2320-7D41-AF6D-A921-72AE11752704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24.531" v="31"/>
          <ac:inkMkLst>
            <pc:docMk/>
            <pc:sldMk cId="2537587346" sldId="309"/>
            <ac:inkMk id="15" creationId="{61B4D4E3-5756-AC9F-F9F9-06D41E6824C3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28.828" v="39"/>
          <ac:inkMkLst>
            <pc:docMk/>
            <pc:sldMk cId="2537587346" sldId="309"/>
            <ac:inkMk id="16" creationId="{F3C7E961-DC43-BA27-7D74-7F6CC71551F8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35.390" v="43"/>
          <ac:inkMkLst>
            <pc:docMk/>
            <pc:sldMk cId="2537587346" sldId="309"/>
            <ac:inkMk id="17" creationId="{17227C63-755F-A93D-A75E-305D422EE116}"/>
          </ac:inkMkLst>
        </pc:inkChg>
        <pc:inkChg chg="add del">
          <ac:chgData name="Nicolas JOUANNET" userId="S::nicolas.jouannet@etu.mines-ales.fr::781ae61e-db8e-4726-9c9b-00f8407cf39f" providerId="AD" clId="Web-{0598E255-C2F0-3671-BFF3-68F1834ADD03}" dt="2026-01-13T14:00:35.234" v="42"/>
          <ac:inkMkLst>
            <pc:docMk/>
            <pc:sldMk cId="2537587346" sldId="309"/>
            <ac:inkMk id="18" creationId="{16A74476-EC41-24D2-C64E-7C3C9185E4C1}"/>
          </ac:inkMkLst>
        </pc:inkChg>
        <pc:cxnChg chg="add del">
          <ac:chgData name="Nicolas JOUANNET" userId="S::nicolas.jouannet@etu.mines-ales.fr::781ae61e-db8e-4726-9c9b-00f8407cf39f" providerId="AD" clId="Web-{0598E255-C2F0-3671-BFF3-68F1834ADD03}" dt="2026-01-13T14:00:25.421" v="33"/>
          <ac:cxnSpMkLst>
            <pc:docMk/>
            <pc:sldMk cId="2537587346" sldId="309"/>
            <ac:cxnSpMk id="5" creationId="{4FAB73E5-1AEA-EA98-D4C5-1E43D0534225}"/>
          </ac:cxnSpMkLst>
        </pc:cxnChg>
        <pc:cxnChg chg="add del">
          <ac:chgData name="Nicolas JOUANNET" userId="S::nicolas.jouannet@etu.mines-ales.fr::781ae61e-db8e-4726-9c9b-00f8407cf39f" providerId="AD" clId="Web-{0598E255-C2F0-3671-BFF3-68F1834ADD03}" dt="2026-01-13T14:00:24.749" v="32"/>
          <ac:cxnSpMkLst>
            <pc:docMk/>
            <pc:sldMk cId="2537587346" sldId="309"/>
            <ac:cxnSpMk id="10" creationId="{C36DCEE3-47AE-221A-A572-941C8DB5E376}"/>
          </ac:cxnSpMkLst>
        </pc:cxnChg>
      </pc:sldChg>
    </pc:docChg>
  </pc:docChgLst>
  <pc:docChgLst>
    <pc:chgData name="Tom ROSIER" userId="S::tom.rosier@etu.mines-ales.fr::70da36de-987d-453f-b716-9b1fc1caa84a" providerId="AD" clId="Web-{43A98A00-A8D9-186E-90BC-F819B00D6C15}"/>
    <pc:docChg chg="addSld delSld modSld">
      <pc:chgData name="Tom ROSIER" userId="S::tom.rosier@etu.mines-ales.fr::70da36de-987d-453f-b716-9b1fc1caa84a" providerId="AD" clId="Web-{43A98A00-A8D9-186E-90BC-F819B00D6C15}" dt="2026-01-13T11:10:51.109" v="30"/>
      <pc:docMkLst>
        <pc:docMk/>
      </pc:docMkLst>
      <pc:sldChg chg="addSp delSp modSp">
        <pc:chgData name="Tom ROSIER" userId="S::tom.rosier@etu.mines-ales.fr::70da36de-987d-453f-b716-9b1fc1caa84a" providerId="AD" clId="Web-{43A98A00-A8D9-186E-90BC-F819B00D6C15}" dt="2026-01-13T11:10:42.406" v="29"/>
        <pc:sldMkLst>
          <pc:docMk/>
          <pc:sldMk cId="3498717631" sldId="307"/>
        </pc:sldMkLst>
        <pc:spChg chg="add">
          <ac:chgData name="Tom ROSIER" userId="S::tom.rosier@etu.mines-ales.fr::70da36de-987d-453f-b716-9b1fc1caa84a" providerId="AD" clId="Web-{43A98A00-A8D9-186E-90BC-F819B00D6C15}" dt="2026-01-13T11:10:31.625" v="1"/>
          <ac:spMkLst>
            <pc:docMk/>
            <pc:sldMk cId="3498717631" sldId="307"/>
            <ac:spMk id="5" creationId="{232E6CFC-5123-26A7-518D-3FA9BCEF93F8}"/>
          </ac:spMkLst>
        </pc:spChg>
        <pc:spChg chg="add mod">
          <ac:chgData name="Tom ROSIER" userId="S::tom.rosier@etu.mines-ales.fr::70da36de-987d-453f-b716-9b1fc1caa84a" providerId="AD" clId="Web-{43A98A00-A8D9-186E-90BC-F819B00D6C15}" dt="2026-01-13T11:10:31.656" v="2"/>
          <ac:spMkLst>
            <pc:docMk/>
            <pc:sldMk cId="3498717631" sldId="307"/>
            <ac:spMk id="7" creationId="{964DE080-CA0A-2475-ADC5-9C613C436507}"/>
          </ac:spMkLst>
        </pc:spChg>
        <pc:spChg chg="add del">
          <ac:chgData name="Tom ROSIER" userId="S::tom.rosier@etu.mines-ales.fr::70da36de-987d-453f-b716-9b1fc1caa84a" providerId="AD" clId="Web-{43A98A00-A8D9-186E-90BC-F819B00D6C15}" dt="2026-01-13T11:10:42.406" v="29"/>
          <ac:spMkLst>
            <pc:docMk/>
            <pc:sldMk cId="3498717631" sldId="307"/>
            <ac:spMk id="9" creationId="{4836C125-6246-DD3D-DD20-8AC2F3654985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672" v="4"/>
          <ac:spMkLst>
            <pc:docMk/>
            <pc:sldMk cId="3498717631" sldId="307"/>
            <ac:spMk id="11" creationId="{7195E88E-A313-DD84-4C22-03EE625797FB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687" v="5"/>
          <ac:spMkLst>
            <pc:docMk/>
            <pc:sldMk cId="3498717631" sldId="307"/>
            <ac:spMk id="13" creationId="{032931E6-DB29-EC6C-5C7D-CB774EFD3139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687" v="6"/>
          <ac:spMkLst>
            <pc:docMk/>
            <pc:sldMk cId="3498717631" sldId="307"/>
            <ac:spMk id="15" creationId="{74F3B18D-9020-AE2B-DE8D-CC39DDE8B078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03" v="7"/>
          <ac:spMkLst>
            <pc:docMk/>
            <pc:sldMk cId="3498717631" sldId="307"/>
            <ac:spMk id="17" creationId="{34F15353-7050-31CB-B457-A679EAEF0BD1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19" v="8"/>
          <ac:spMkLst>
            <pc:docMk/>
            <pc:sldMk cId="3498717631" sldId="307"/>
            <ac:spMk id="19" creationId="{DEC2409F-D6C0-3309-00D0-519DB78CB1D5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34" v="9"/>
          <ac:spMkLst>
            <pc:docMk/>
            <pc:sldMk cId="3498717631" sldId="307"/>
            <ac:spMk id="21" creationId="{84FFFA8B-2CB4-A0B0-47E0-48DBEDB4EEAB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34" v="10"/>
          <ac:spMkLst>
            <pc:docMk/>
            <pc:sldMk cId="3498717631" sldId="307"/>
            <ac:spMk id="23" creationId="{DC61930A-85AF-DA3D-38C2-F1B13944EE95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50" v="11"/>
          <ac:spMkLst>
            <pc:docMk/>
            <pc:sldMk cId="3498717631" sldId="307"/>
            <ac:spMk id="27" creationId="{4334EABF-039C-1696-9117-DDBA4034FC8B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65" v="12"/>
          <ac:spMkLst>
            <pc:docMk/>
            <pc:sldMk cId="3498717631" sldId="307"/>
            <ac:spMk id="31" creationId="{2F93FBF4-DAB7-DFD0-EEE5-84C8C3DADFD5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81" v="13"/>
          <ac:spMkLst>
            <pc:docMk/>
            <pc:sldMk cId="3498717631" sldId="307"/>
            <ac:spMk id="33" creationId="{7D24B4E5-11C1-DE05-B1D0-A21780B9B933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797" v="14"/>
          <ac:spMkLst>
            <pc:docMk/>
            <pc:sldMk cId="3498717631" sldId="307"/>
            <ac:spMk id="35" creationId="{EDB54923-2CFD-7505-BC7A-C90262BEB83A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812" v="15"/>
          <ac:spMkLst>
            <pc:docMk/>
            <pc:sldMk cId="3498717631" sldId="307"/>
            <ac:spMk id="37" creationId="{367F768D-053A-B966-A054-70F6DD553359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828" v="16"/>
          <ac:spMkLst>
            <pc:docMk/>
            <pc:sldMk cId="3498717631" sldId="307"/>
            <ac:spMk id="39" creationId="{D6EC565F-705A-74E9-8EA3-9A5CFBD78F1C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844" v="17"/>
          <ac:spMkLst>
            <pc:docMk/>
            <pc:sldMk cId="3498717631" sldId="307"/>
            <ac:spMk id="41" creationId="{38F2278C-702A-2086-4C46-A438DAE4E2CF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859" v="18"/>
          <ac:spMkLst>
            <pc:docMk/>
            <pc:sldMk cId="3498717631" sldId="307"/>
            <ac:spMk id="43" creationId="{1926BF95-85E5-8426-008F-851AAA606823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875" v="19"/>
          <ac:spMkLst>
            <pc:docMk/>
            <pc:sldMk cId="3498717631" sldId="307"/>
            <ac:spMk id="45" creationId="{F3EFDD58-F46D-248B-96A8-ED983B9F574F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890" v="20"/>
          <ac:spMkLst>
            <pc:docMk/>
            <pc:sldMk cId="3498717631" sldId="307"/>
            <ac:spMk id="47" creationId="{513D2922-AD0D-0DA9-6106-94EBAF0B7388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906" v="21"/>
          <ac:spMkLst>
            <pc:docMk/>
            <pc:sldMk cId="3498717631" sldId="307"/>
            <ac:spMk id="49" creationId="{33C1125A-A6A0-7BBD-6DB6-B15902EABD94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953" v="22"/>
          <ac:spMkLst>
            <pc:docMk/>
            <pc:sldMk cId="3498717631" sldId="307"/>
            <ac:spMk id="51" creationId="{35DBEB44-DBF7-3643-26DF-A475C04A1128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969" v="23"/>
          <ac:spMkLst>
            <pc:docMk/>
            <pc:sldMk cId="3498717631" sldId="307"/>
            <ac:spMk id="53" creationId="{790BD68B-5AA0-BD4C-CB40-93A7B71AE365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1.984" v="24"/>
          <ac:spMkLst>
            <pc:docMk/>
            <pc:sldMk cId="3498717631" sldId="307"/>
            <ac:spMk id="55" creationId="{321D9F65-2606-B971-BF1C-C8661BD52405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2.031" v="27"/>
          <ac:spMkLst>
            <pc:docMk/>
            <pc:sldMk cId="3498717631" sldId="307"/>
            <ac:spMk id="61" creationId="{60F43730-656F-52DB-6163-BC48BAB1B5A3}"/>
          </ac:spMkLst>
        </pc:spChg>
        <pc:spChg chg="add">
          <ac:chgData name="Tom ROSIER" userId="S::tom.rosier@etu.mines-ales.fr::70da36de-987d-453f-b716-9b1fc1caa84a" providerId="AD" clId="Web-{43A98A00-A8D9-186E-90BC-F819B00D6C15}" dt="2026-01-13T11:10:32.047" v="28"/>
          <ac:spMkLst>
            <pc:docMk/>
            <pc:sldMk cId="3498717631" sldId="307"/>
            <ac:spMk id="63" creationId="{61D28B1C-1F3E-5CEB-53EC-6E960A10FA9A}"/>
          </ac:spMkLst>
        </pc:spChg>
        <pc:cxnChg chg="add">
          <ac:chgData name="Tom ROSIER" userId="S::tom.rosier@etu.mines-ales.fr::70da36de-987d-453f-b716-9b1fc1caa84a" providerId="AD" clId="Web-{43A98A00-A8D9-186E-90BC-F819B00D6C15}" dt="2026-01-13T11:10:32" v="25"/>
          <ac:cxnSpMkLst>
            <pc:docMk/>
            <pc:sldMk cId="3498717631" sldId="307"/>
            <ac:cxnSpMk id="57" creationId="{6ED5929E-0B45-C272-47A4-26703EC8C1A5}"/>
          </ac:cxnSpMkLst>
        </pc:cxnChg>
        <pc:cxnChg chg="add">
          <ac:chgData name="Tom ROSIER" userId="S::tom.rosier@etu.mines-ales.fr::70da36de-987d-453f-b716-9b1fc1caa84a" providerId="AD" clId="Web-{43A98A00-A8D9-186E-90BC-F819B00D6C15}" dt="2026-01-13T11:10:32.015" v="26"/>
          <ac:cxnSpMkLst>
            <pc:docMk/>
            <pc:sldMk cId="3498717631" sldId="307"/>
            <ac:cxnSpMk id="59" creationId="{99943333-342C-477A-B75F-CE217A54F567}"/>
          </ac:cxnSpMkLst>
        </pc:cxnChg>
      </pc:sldChg>
      <pc:sldChg chg="add del">
        <pc:chgData name="Tom ROSIER" userId="S::tom.rosier@etu.mines-ales.fr::70da36de-987d-453f-b716-9b1fc1caa84a" providerId="AD" clId="Web-{43A98A00-A8D9-186E-90BC-F819B00D6C15}" dt="2026-01-13T11:10:51.109" v="30"/>
        <pc:sldMkLst>
          <pc:docMk/>
          <pc:sldMk cId="3877722683" sldId="310"/>
        </pc:sldMkLst>
      </pc:sldChg>
    </pc:docChg>
  </pc:docChgLst>
  <pc:docChgLst>
    <pc:chgData name="Nicolas JOUANNET" userId="S::nicolas.jouannet@etu.mines-ales.fr::781ae61e-db8e-4726-9c9b-00f8407cf39f" providerId="AD" clId="Web-{258FBD65-5B78-6999-CC2A-67DE3DE029B7}"/>
    <pc:docChg chg="addSld delSld modSld">
      <pc:chgData name="Nicolas JOUANNET" userId="S::nicolas.jouannet@etu.mines-ales.fr::781ae61e-db8e-4726-9c9b-00f8407cf39f" providerId="AD" clId="Web-{258FBD65-5B78-6999-CC2A-67DE3DE029B7}" dt="2026-01-12T19:34:59.948" v="26"/>
      <pc:docMkLst>
        <pc:docMk/>
      </pc:docMkLst>
      <pc:sldChg chg="modSp">
        <pc:chgData name="Nicolas JOUANNET" userId="S::nicolas.jouannet@etu.mines-ales.fr::781ae61e-db8e-4726-9c9b-00f8407cf39f" providerId="AD" clId="Web-{258FBD65-5B78-6999-CC2A-67DE3DE029B7}" dt="2026-01-12T19:20:10.418" v="7" actId="20577"/>
        <pc:sldMkLst>
          <pc:docMk/>
          <pc:sldMk cId="4061975013" sldId="263"/>
        </pc:sldMkLst>
        <pc:spChg chg="mod">
          <ac:chgData name="Nicolas JOUANNET" userId="S::nicolas.jouannet@etu.mines-ales.fr::781ae61e-db8e-4726-9c9b-00f8407cf39f" providerId="AD" clId="Web-{258FBD65-5B78-6999-CC2A-67DE3DE029B7}" dt="2026-01-12T19:20:10.418" v="7" actId="20577"/>
          <ac:spMkLst>
            <pc:docMk/>
            <pc:sldMk cId="4061975013" sldId="263"/>
            <ac:spMk id="2" creationId="{6028C015-7E0A-D677-65C9-15BEE86BA52F}"/>
          </ac:spMkLst>
        </pc:spChg>
      </pc:sldChg>
      <pc:sldChg chg="del">
        <pc:chgData name="Nicolas JOUANNET" userId="S::nicolas.jouannet@etu.mines-ales.fr::781ae61e-db8e-4726-9c9b-00f8407cf39f" providerId="AD" clId="Web-{258FBD65-5B78-6999-CC2A-67DE3DE029B7}" dt="2026-01-12T19:20:54.406" v="11"/>
        <pc:sldMkLst>
          <pc:docMk/>
          <pc:sldMk cId="3853660959" sldId="269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34:59.620" v="25"/>
        <pc:sldMkLst>
          <pc:docMk/>
          <pc:sldMk cId="2684485845" sldId="282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20:15.966" v="9"/>
        <pc:sldMkLst>
          <pc:docMk/>
          <pc:sldMk cId="1578784706" sldId="289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20:23.138" v="10"/>
        <pc:sldMkLst>
          <pc:docMk/>
          <pc:sldMk cId="2432069769" sldId="290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20:14.997" v="8"/>
        <pc:sldMkLst>
          <pc:docMk/>
          <pc:sldMk cId="1405078415" sldId="293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19:36.275" v="2"/>
        <pc:sldMkLst>
          <pc:docMk/>
          <pc:sldMk cId="883300231" sldId="296"/>
        </pc:sldMkLst>
      </pc:sldChg>
      <pc:sldChg chg="addSp delSp modSp">
        <pc:chgData name="Nicolas JOUANNET" userId="S::nicolas.jouannet@etu.mines-ales.fr::781ae61e-db8e-4726-9c9b-00f8407cf39f" providerId="AD" clId="Web-{258FBD65-5B78-6999-CC2A-67DE3DE029B7}" dt="2026-01-12T19:21:59.675" v="21" actId="1076"/>
        <pc:sldMkLst>
          <pc:docMk/>
          <pc:sldMk cId="2261945549" sldId="297"/>
        </pc:sldMkLst>
        <pc:spChg chg="mod">
          <ac:chgData name="Nicolas JOUANNET" userId="S::nicolas.jouannet@etu.mines-ales.fr::781ae61e-db8e-4726-9c9b-00f8407cf39f" providerId="AD" clId="Web-{258FBD65-5B78-6999-CC2A-67DE3DE029B7}" dt="2026-01-12T19:21:17.016" v="13" actId="20577"/>
          <ac:spMkLst>
            <pc:docMk/>
            <pc:sldMk cId="2261945549" sldId="297"/>
            <ac:spMk id="11" creationId="{A4AA7F50-F59A-AC86-D37F-877CA1E06195}"/>
          </ac:spMkLst>
        </pc:spChg>
        <pc:picChg chg="add del mod">
          <ac:chgData name="Nicolas JOUANNET" userId="S::nicolas.jouannet@etu.mines-ales.fr::781ae61e-db8e-4726-9c9b-00f8407cf39f" providerId="AD" clId="Web-{258FBD65-5B78-6999-CC2A-67DE3DE029B7}" dt="2026-01-12T19:21:33.095" v="16"/>
          <ac:picMkLst>
            <pc:docMk/>
            <pc:sldMk cId="2261945549" sldId="297"/>
            <ac:picMk id="3" creationId="{5AC8EDB2-CB7B-E52F-8B0B-3029C78BDE3F}"/>
          </ac:picMkLst>
        </pc:picChg>
        <pc:picChg chg="add mod">
          <ac:chgData name="Nicolas JOUANNET" userId="S::nicolas.jouannet@etu.mines-ales.fr::781ae61e-db8e-4726-9c9b-00f8407cf39f" providerId="AD" clId="Web-{258FBD65-5B78-6999-CC2A-67DE3DE029B7}" dt="2026-01-12T19:21:59.675" v="21" actId="1076"/>
          <ac:picMkLst>
            <pc:docMk/>
            <pc:sldMk cId="2261945549" sldId="297"/>
            <ac:picMk id="4" creationId="{6775E615-17EF-6054-3263-2909F8BAF181}"/>
          </ac:picMkLst>
        </pc:picChg>
        <pc:picChg chg="del">
          <ac:chgData name="Nicolas JOUANNET" userId="S::nicolas.jouannet@etu.mines-ales.fr::781ae61e-db8e-4726-9c9b-00f8407cf39f" providerId="AD" clId="Web-{258FBD65-5B78-6999-CC2A-67DE3DE029B7}" dt="2026-01-12T19:21:30.033" v="14"/>
          <ac:picMkLst>
            <pc:docMk/>
            <pc:sldMk cId="2261945549" sldId="297"/>
            <ac:picMk id="5" creationId="{878896FF-D74C-E54C-985E-2A06ACA47AEC}"/>
          </ac:picMkLst>
        </pc:picChg>
      </pc:sldChg>
      <pc:sldChg chg="del">
        <pc:chgData name="Nicolas JOUANNET" userId="S::nicolas.jouannet@etu.mines-ales.fr::781ae61e-db8e-4726-9c9b-00f8407cf39f" providerId="AD" clId="Web-{258FBD65-5B78-6999-CC2A-67DE3DE029B7}" dt="2026-01-12T19:34:57.010" v="24"/>
        <pc:sldMkLst>
          <pc:docMk/>
          <pc:sldMk cId="2661895688" sldId="298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22:12.894" v="22"/>
        <pc:sldMkLst>
          <pc:docMk/>
          <pc:sldMk cId="3753812038" sldId="299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22:14.457" v="23"/>
        <pc:sldMkLst>
          <pc:docMk/>
          <pc:sldMk cId="484048135" sldId="300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19:34.775" v="1"/>
        <pc:sldMkLst>
          <pc:docMk/>
          <pc:sldMk cId="268042462" sldId="302"/>
        </pc:sldMkLst>
      </pc:sldChg>
      <pc:sldChg chg="del">
        <pc:chgData name="Nicolas JOUANNET" userId="S::nicolas.jouannet@etu.mines-ales.fr::781ae61e-db8e-4726-9c9b-00f8407cf39f" providerId="AD" clId="Web-{258FBD65-5B78-6999-CC2A-67DE3DE029B7}" dt="2026-01-12T19:19:08.773" v="0"/>
        <pc:sldMkLst>
          <pc:docMk/>
          <pc:sldMk cId="918144838" sldId="303"/>
        </pc:sldMkLst>
      </pc:sldChg>
      <pc:sldChg chg="new">
        <pc:chgData name="Nicolas JOUANNET" userId="S::nicolas.jouannet@etu.mines-ales.fr::781ae61e-db8e-4726-9c9b-00f8407cf39f" providerId="AD" clId="Web-{258FBD65-5B78-6999-CC2A-67DE3DE029B7}" dt="2026-01-12T19:34:59.948" v="26"/>
        <pc:sldMkLst>
          <pc:docMk/>
          <pc:sldMk cId="3072491828" sldId="3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5D00B47-CCCF-D78F-3C2A-1079D13B4D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B2F8A4-AB7E-0CE8-6679-43E2D326B7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24D7A-A97F-4D76-B79E-FD8A78C91ACE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2E3F26-8B31-2C24-AD08-FFE8CB6645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91752F-29BB-A811-1930-40A69AAE60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B9C05-BA28-4831-A673-28912B1C323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0054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798FB-8FD4-4B79-BFD1-5E883A755D7C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99465-07F4-4F09-822E-6ADA2AC9989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8463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2DCC6-3BB5-4B9E-83F3-52FA204C426C}" type="datetime1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27C6CCC6-2BE5-4E42-96A4-D1E8E81A3D8E}" type="slidenum">
              <a:rPr lang="fr-FR" smtClean="0"/>
              <a:pPr/>
              <a:t>‹#›</a:t>
            </a:fld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10A7-AC3A-46FB-B59A-64AFE3695E9B}" type="datetime1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FA20E-E576-423C-AD9D-A2586896B684}" type="datetime1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167EF-F982-4BEA-882E-BFD23F4D65E0}" type="datetime1">
              <a:rPr lang="fr-FR" smtClean="0"/>
              <a:t>13/01/2026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2070C-67DC-4B07-8E6C-3B4B7596C2B3}" type="datetime1">
              <a:rPr lang="fr-FR" smtClean="0"/>
              <a:t>13/01/2026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5B91-618B-4A39-BEAD-5B96C3F7B9F7}" type="datetime1">
              <a:rPr lang="fr-FR" smtClean="0"/>
              <a:t>13/01/2026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25F2-E778-4CA9-BE8D-B23C6351A909}" type="datetime1">
              <a:rPr lang="fr-FR" smtClean="0"/>
              <a:t>13/01/2026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B47EC-EC1C-4498-B987-E7E2C87DA62E}" type="datetime1">
              <a:rPr lang="fr-FR" smtClean="0"/>
              <a:t>13/01/2026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840F5-5C1B-4DC2-9E84-7F22F6295569}" type="datetime1">
              <a:rPr lang="fr-FR" smtClean="0"/>
              <a:t>13/01/2026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F820-A29A-49EE-8ED0-19D69F2EA465}" type="datetime1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0680-B1DD-4632-9D37-B2399019CFD9}" type="datetime1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62E48-827D-4BD9-8443-1D14184A18ED}" type="datetime1">
              <a:rPr lang="fr-FR" smtClean="0"/>
              <a:t>13/01/2026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pPr/>
              <a:t>‹#›</a:t>
            </a:fld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fr-FR" sz="4800" noProof="0">
                <a:solidFill>
                  <a:srgbClr val="FFFFFF"/>
                </a:solidFill>
              </a:rPr>
              <a:t>Revue technique électronique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65761" y="4435512"/>
            <a:ext cx="11653520" cy="1457288"/>
          </a:xfrm>
        </p:spPr>
        <p:txBody>
          <a:bodyPr anchor="ctr">
            <a:normAutofit/>
          </a:bodyPr>
          <a:lstStyle/>
          <a:p>
            <a:pPr algn="l"/>
            <a:r>
              <a:rPr lang="fr-FR" noProof="0"/>
              <a:t>04/11/2025</a:t>
            </a:r>
          </a:p>
          <a:p>
            <a:pPr algn="l"/>
            <a:r>
              <a:rPr lang="fr-FR" sz="1800" i="1" noProof="0"/>
              <a:t>Nicolas JOUANNET, Raphaël COATHALEM, Axel KADDOUR, Quentin CUNHA, Thibault JEROME-LESCURE, Antoine BOISSEL, Yassine NEKKACH, </a:t>
            </a:r>
            <a:r>
              <a:rPr lang="fr-FR" sz="1800" i="1" noProof="0" err="1"/>
              <a:t>Doaa</a:t>
            </a:r>
            <a:r>
              <a:rPr lang="fr-FR" sz="1800" i="1" noProof="0"/>
              <a:t> ABDELLAOUI, Tom ROSIER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31F9D2-62AB-13FF-50A0-5095B8AB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7CF9A6-64C6-CCE2-CB93-2F7F2EFA8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noProof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95827-F7E8-4EF2-8FF0-7417CA30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493930"/>
            <a:ext cx="5446106" cy="55865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fr-FR" sz="2000" noProof="0"/>
          </a:p>
          <a:p>
            <a:r>
              <a:rPr lang="fr-FR" sz="2000" noProof="0"/>
              <a:t>1 - Rappel du cahier des charges</a:t>
            </a:r>
          </a:p>
          <a:p>
            <a:r>
              <a:rPr lang="fr-FR" sz="2000" noProof="0"/>
              <a:t>2 - Architecture électronique globale </a:t>
            </a:r>
          </a:p>
          <a:p>
            <a:r>
              <a:rPr lang="fr-FR" sz="2000" noProof="0"/>
              <a:t>3 - Choix du système de mesure</a:t>
            </a:r>
          </a:p>
          <a:p>
            <a:r>
              <a:rPr lang="fr-FR" sz="2000" noProof="0"/>
              <a:t>4 – Choix des actionneurs</a:t>
            </a:r>
          </a:p>
          <a:p>
            <a:r>
              <a:rPr lang="fr-FR" sz="2000"/>
              <a:t>5</a:t>
            </a:r>
            <a:r>
              <a:rPr lang="fr-FR" sz="2000" noProof="0"/>
              <a:t> – Choix du système d'alimentation</a:t>
            </a:r>
          </a:p>
          <a:p>
            <a:r>
              <a:rPr lang="fr-FR" sz="2000"/>
              <a:t>6</a:t>
            </a:r>
            <a:r>
              <a:rPr lang="fr-FR" sz="2000" noProof="0"/>
              <a:t> - Questions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8C7BBA-45A0-A775-0F2C-31C0F5D4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noProof="0" smtClean="0"/>
              <a:pPr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8362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7B3F3-5390-D2DC-5A4E-0B848B8E5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A67492A-A345-7DC1-BDCB-018E01DDC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35787F-2294-4D10-A341-05EE69651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FF8A34-A8E4-F4E1-5358-5B79B3020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24A3C4-AB85-1AB4-DFB7-5E538EF8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AC254E-C877-CF20-7444-B6C82E5F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noProof="0">
                <a:solidFill>
                  <a:srgbClr val="FFFFFF"/>
                </a:solidFill>
              </a:rPr>
              <a:t>Rappel du cahier des charges</a:t>
            </a:r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F84321-0A26-3184-0B02-536A20F6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noProof="0" smtClean="0"/>
              <a:pPr/>
              <a:t>3</a:t>
            </a:fld>
            <a:endParaRPr lang="fr-FR" noProof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E090564-E6E2-CDF3-0C76-265B894D3304}"/>
              </a:ext>
            </a:extLst>
          </p:cNvPr>
          <p:cNvGraphicFramePr>
            <a:graphicFrameLocks noGrp="1"/>
          </p:cNvGraphicFramePr>
          <p:nvPr/>
        </p:nvGraphicFramePr>
        <p:xfrm>
          <a:off x="1108013" y="2058838"/>
          <a:ext cx="9975970" cy="3697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5970">
                  <a:extLst>
                    <a:ext uri="{9D8B030D-6E8A-4147-A177-3AD203B41FA5}">
                      <a16:colId xmlns:a16="http://schemas.microsoft.com/office/drawing/2014/main" val="1729035490"/>
                    </a:ext>
                  </a:extLst>
                </a:gridCol>
              </a:tblGrid>
              <a:tr h="394078">
                <a:tc>
                  <a:txBody>
                    <a:bodyPr/>
                    <a:lstStyle/>
                    <a:p>
                      <a:r>
                        <a:rPr lang="fr-FR" noProof="0"/>
                        <a:t>Rappel des besoins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182098"/>
                  </a:ext>
                </a:extLst>
              </a:tr>
              <a:tr h="680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/>
                        <a:t>Consigne de distance de notre capteur par rapport au mur de 5mm à 30 cm.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393280"/>
                  </a:ext>
                </a:extLst>
              </a:tr>
              <a:tr h="9716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/>
                        <a:t>Opérer sur tous types de surfaces : murs, sols, plafonds. </a:t>
                      </a:r>
                      <a:r>
                        <a:rPr lang="fr-FR" noProof="0">
                          <a:ea typeface="+mn-lt"/>
                          <a:cs typeface="+mn-lt"/>
                        </a:rPr>
                        <a:t>(ces surfaces sont caractérisées par une planéité de +/-5 degrés / verticale et horizontale).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68518"/>
                  </a:ext>
                </a:extLst>
              </a:tr>
              <a:tr h="9716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>
                          <a:ea typeface="+mn-lt"/>
                          <a:cs typeface="+mn-lt"/>
                        </a:rPr>
                        <a:t>Tous types de capteur peuvent être utilisés avec une variabilité de masse (de quelques grammes à 50kg) et de forme/volume.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009773"/>
                  </a:ext>
                </a:extLst>
              </a:tr>
              <a:tr h="680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>
                          <a:ea typeface="+mn-lt"/>
                          <a:cs typeface="+mn-lt"/>
                        </a:rPr>
                        <a:t>Contraintes sur le SPOC: 50x50x50cm, poids &lt; 20kg, prix &lt; 3000</a:t>
                      </a:r>
                      <a:r>
                        <a:rPr lang="fr-FR" noProof="0"/>
                        <a:t>€.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497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28C015-7E0A-D677-65C9-15BEE86B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Hypothèses</a:t>
            </a:r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5FCFF3-CC3F-2486-0870-39DC3BAE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noProof="0" smtClean="0"/>
              <a:pPr/>
              <a:t>4</a:t>
            </a:fld>
            <a:endParaRPr lang="fr-FR" noProof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C036A54-677C-BDCD-6050-C6FAAAE1F2DF}"/>
              </a:ext>
            </a:extLst>
          </p:cNvPr>
          <p:cNvSpPr txBox="1"/>
          <p:nvPr/>
        </p:nvSpPr>
        <p:spPr>
          <a:xfrm>
            <a:off x="1003116" y="2135666"/>
            <a:ext cx="9934087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3200"/>
              <a:t>L'inclinaison du porteur n'est pas communiquée au SPOC</a:t>
            </a:r>
          </a:p>
          <a:p>
            <a:endParaRPr lang="fr-FR" sz="3200"/>
          </a:p>
          <a:p>
            <a:pPr marL="285750" indent="-285750">
              <a:buFont typeface="Arial"/>
              <a:buChar char="•"/>
            </a:pPr>
            <a:r>
              <a:rPr lang="fr-FR" sz="3200"/>
              <a:t>La vitesse du porteur n'est pas communiquée au SPOC</a:t>
            </a:r>
          </a:p>
          <a:p>
            <a:endParaRPr lang="fr-FR" sz="3200"/>
          </a:p>
          <a:p>
            <a:pPr marL="285750" indent="-285750">
              <a:buFont typeface="Arial"/>
              <a:buChar char="•"/>
            </a:pPr>
            <a:r>
              <a:rPr lang="fr-FR" sz="3200"/>
              <a:t>La surface analysée est compatible avec l'utilisation d'un capteur laser</a:t>
            </a:r>
          </a:p>
        </p:txBody>
      </p:sp>
    </p:spTree>
    <p:extLst>
      <p:ext uri="{BB962C8B-B14F-4D97-AF65-F5344CB8AC3E}">
        <p14:creationId xmlns:p14="http://schemas.microsoft.com/office/powerpoint/2010/main" val="4061975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40341-3363-2600-FFE0-6C1907E2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56F2506-3E71-4065-D82E-7DDCEE0B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DFADD2-D066-0ED4-441F-3EE37C423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624465-F1B2-F72F-3F70-A438E0F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8F9C55-8CED-566E-E75A-44DE3510A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9C219D-2832-9FC4-5E5B-CD134C79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Scénario opérationnel</a:t>
            </a:r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21B9C7-6D6B-7EC7-DCB4-484E1AD1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noProof="0" smtClean="0"/>
              <a:pPr/>
              <a:t>5</a:t>
            </a:fld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E6CFC-5123-26A7-518D-3FA9BCEF93F8}"/>
              </a:ext>
            </a:extLst>
          </p:cNvPr>
          <p:cNvSpPr/>
          <p:nvPr/>
        </p:nvSpPr>
        <p:spPr>
          <a:xfrm rot="21271609" flipV="1">
            <a:off x="5116977" y="1534027"/>
            <a:ext cx="1361808" cy="2279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64DE080-CA0A-2475-ADC5-9C613C436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740" y="4468398"/>
            <a:ext cx="10878819" cy="238960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/>
              <a:t>1 – </a:t>
            </a:r>
            <a:r>
              <a:rPr lang="fr-FR" b="1">
                <a:solidFill>
                  <a:srgbClr val="7030A0"/>
                </a:solidFill>
              </a:rPr>
              <a:t>Réception</a:t>
            </a:r>
            <a:r>
              <a:rPr lang="fr-FR"/>
              <a:t> signal « Zone à mesurer atteinte »</a:t>
            </a:r>
          </a:p>
          <a:p>
            <a:pPr marL="0" indent="0">
              <a:buNone/>
            </a:pPr>
            <a:r>
              <a:rPr lang="fr-FR"/>
              <a:t>2 - SPOC caractérise la zone à mesurer (mesure distance plan moyen)</a:t>
            </a:r>
          </a:p>
          <a:p>
            <a:pPr marL="0" indent="0">
              <a:buNone/>
            </a:pPr>
            <a:r>
              <a:rPr lang="fr-FR"/>
              <a:t>3 – SPOC se déploie pour assurer la distance de consigne capteur </a:t>
            </a:r>
            <a:r>
              <a:rPr lang="fr-FR">
                <a:sym typeface="Wingdings" panose="05000000000000000000" pitchFamily="2" charset="2"/>
              </a:rPr>
              <a:t> mur</a:t>
            </a:r>
          </a:p>
          <a:p>
            <a:pPr marL="0" indent="0">
              <a:buNone/>
            </a:pPr>
            <a:r>
              <a:rPr lang="fr-FR">
                <a:sym typeface="Wingdings" panose="05000000000000000000" pitchFamily="2" charset="2"/>
              </a:rPr>
              <a:t>4 – </a:t>
            </a:r>
            <a:r>
              <a:rPr lang="fr-FR" b="1">
                <a:solidFill>
                  <a:srgbClr val="0070C0"/>
                </a:solidFill>
                <a:sym typeface="Wingdings" panose="05000000000000000000" pitchFamily="2" charset="2"/>
              </a:rPr>
              <a:t>Émission</a:t>
            </a:r>
            <a:r>
              <a:rPr lang="fr-FR">
                <a:sym typeface="Wingdings" panose="05000000000000000000" pitchFamily="2" charset="2"/>
              </a:rPr>
              <a:t> signal « En position »  le capteur peut commencer la mesure nucléaire</a:t>
            </a:r>
          </a:p>
          <a:p>
            <a:pPr marL="0" indent="0">
              <a:buNone/>
            </a:pPr>
            <a:r>
              <a:rPr lang="fr-FR">
                <a:sym typeface="Wingdings" panose="05000000000000000000" pitchFamily="2" charset="2"/>
              </a:rPr>
              <a:t>5 – </a:t>
            </a:r>
            <a:r>
              <a:rPr lang="fr-FR" b="1">
                <a:solidFill>
                  <a:srgbClr val="7030A0"/>
                </a:solidFill>
              </a:rPr>
              <a:t>Réception </a:t>
            </a:r>
            <a:r>
              <a:rPr lang="fr-FR"/>
              <a:t>signal « Mesure nucléaire terminée »</a:t>
            </a:r>
          </a:p>
          <a:p>
            <a:pPr marL="0" indent="0">
              <a:buNone/>
            </a:pPr>
            <a:r>
              <a:rPr lang="fr-FR"/>
              <a:t>6 – SPOC se rétracte en position de sécurité</a:t>
            </a:r>
          </a:p>
          <a:p>
            <a:pPr marL="0" indent="0">
              <a:buNone/>
            </a:pPr>
            <a:r>
              <a:rPr lang="fr-FR"/>
              <a:t>7 – </a:t>
            </a:r>
            <a:r>
              <a:rPr lang="fr-FR" b="1">
                <a:solidFill>
                  <a:srgbClr val="0070C0"/>
                </a:solidFill>
              </a:rPr>
              <a:t>Émission</a:t>
            </a:r>
            <a:r>
              <a:rPr lang="fr-FR"/>
              <a:t> signal « SPOC rétracté / Prêt pour déplacement »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95E88E-A313-DD84-4C22-03EE625797FB}"/>
              </a:ext>
            </a:extLst>
          </p:cNvPr>
          <p:cNvSpPr/>
          <p:nvPr/>
        </p:nvSpPr>
        <p:spPr>
          <a:xfrm>
            <a:off x="1229360" y="1456572"/>
            <a:ext cx="9331961" cy="2429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MUR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931E6-DB29-EC6C-5C7D-CB774EFD3139}"/>
              </a:ext>
            </a:extLst>
          </p:cNvPr>
          <p:cNvSpPr/>
          <p:nvPr/>
        </p:nvSpPr>
        <p:spPr>
          <a:xfrm>
            <a:off x="8801101" y="2055220"/>
            <a:ext cx="441960" cy="93626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F3B18D-9020-AE2B-DE8D-CC39DDE8B078}"/>
              </a:ext>
            </a:extLst>
          </p:cNvPr>
          <p:cNvSpPr/>
          <p:nvPr/>
        </p:nvSpPr>
        <p:spPr>
          <a:xfrm>
            <a:off x="8309611" y="2990929"/>
            <a:ext cx="1424940" cy="69564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F15353-7050-31CB-B457-A679EAEF0BD1}"/>
              </a:ext>
            </a:extLst>
          </p:cNvPr>
          <p:cNvSpPr/>
          <p:nvPr/>
        </p:nvSpPr>
        <p:spPr>
          <a:xfrm>
            <a:off x="7482841" y="3686572"/>
            <a:ext cx="3078480" cy="69564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Porteur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C2409F-D6C0-3309-00D0-519DB78CB1D5}"/>
              </a:ext>
            </a:extLst>
          </p:cNvPr>
          <p:cNvSpPr/>
          <p:nvPr/>
        </p:nvSpPr>
        <p:spPr>
          <a:xfrm>
            <a:off x="5101591" y="2632393"/>
            <a:ext cx="1424940" cy="2667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capteur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FFFA8B-2CB4-A0B0-47E0-48DBEDB4EEAB}"/>
              </a:ext>
            </a:extLst>
          </p:cNvPr>
          <p:cNvSpPr/>
          <p:nvPr/>
        </p:nvSpPr>
        <p:spPr>
          <a:xfrm>
            <a:off x="5593081" y="2899093"/>
            <a:ext cx="441960" cy="9239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1930A-85AF-DA3D-38C2-F1B13944EE95}"/>
              </a:ext>
            </a:extLst>
          </p:cNvPr>
          <p:cNvSpPr/>
          <p:nvPr/>
        </p:nvSpPr>
        <p:spPr>
          <a:xfrm>
            <a:off x="5101591" y="2990929"/>
            <a:ext cx="1424940" cy="69564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34EABF-039C-1696-9117-DDBA4034FC8B}"/>
              </a:ext>
            </a:extLst>
          </p:cNvPr>
          <p:cNvSpPr/>
          <p:nvPr/>
        </p:nvSpPr>
        <p:spPr>
          <a:xfrm>
            <a:off x="4274821" y="3686572"/>
            <a:ext cx="3078480" cy="69564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Porteur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93FBF4-DAB7-DFD0-EEE5-84C8C3DADFD5}"/>
              </a:ext>
            </a:extLst>
          </p:cNvPr>
          <p:cNvSpPr/>
          <p:nvPr/>
        </p:nvSpPr>
        <p:spPr>
          <a:xfrm>
            <a:off x="6526531" y="2990929"/>
            <a:ext cx="335280" cy="9239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24B4E5-11C1-DE05-B1D0-A21780B9B933}"/>
              </a:ext>
            </a:extLst>
          </p:cNvPr>
          <p:cNvSpPr/>
          <p:nvPr/>
        </p:nvSpPr>
        <p:spPr>
          <a:xfrm rot="5400000">
            <a:off x="6629203" y="2758321"/>
            <a:ext cx="358536" cy="1066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EDB54923-2CFD-7505-BC7A-C90262BEB83A}"/>
              </a:ext>
            </a:extLst>
          </p:cNvPr>
          <p:cNvSpPr/>
          <p:nvPr/>
        </p:nvSpPr>
        <p:spPr>
          <a:xfrm>
            <a:off x="5235703" y="1737360"/>
            <a:ext cx="1626108" cy="815578"/>
          </a:xfrm>
          <a:custGeom>
            <a:avLst/>
            <a:gdLst>
              <a:gd name="csX0" fmla="*/ 0 w 1760220"/>
              <a:gd name="csY0" fmla="*/ 0 h 731758"/>
              <a:gd name="csX1" fmla="*/ 1760220 w 1760220"/>
              <a:gd name="csY1" fmla="*/ 0 h 731758"/>
              <a:gd name="csX2" fmla="*/ 1760220 w 1760220"/>
              <a:gd name="csY2" fmla="*/ 731758 h 731758"/>
              <a:gd name="csX3" fmla="*/ 0 w 1760220"/>
              <a:gd name="csY3" fmla="*/ 731758 h 731758"/>
              <a:gd name="csX4" fmla="*/ 0 w 1760220"/>
              <a:gd name="csY4" fmla="*/ 0 h 731758"/>
              <a:gd name="csX0" fmla="*/ 0 w 1760220"/>
              <a:gd name="csY0" fmla="*/ 0 h 731758"/>
              <a:gd name="csX1" fmla="*/ 1760220 w 1760220"/>
              <a:gd name="csY1" fmla="*/ 0 h 731758"/>
              <a:gd name="csX2" fmla="*/ 1760220 w 1760220"/>
              <a:gd name="csY2" fmla="*/ 731758 h 731758"/>
              <a:gd name="csX3" fmla="*/ 1600200 w 1760220"/>
              <a:gd name="csY3" fmla="*/ 724138 h 731758"/>
              <a:gd name="csX4" fmla="*/ 0 w 1760220"/>
              <a:gd name="csY4" fmla="*/ 0 h 731758"/>
              <a:gd name="csX0" fmla="*/ 0 w 1729740"/>
              <a:gd name="csY0" fmla="*/ 45720 h 731758"/>
              <a:gd name="csX1" fmla="*/ 1729740 w 1729740"/>
              <a:gd name="csY1" fmla="*/ 0 h 731758"/>
              <a:gd name="csX2" fmla="*/ 1729740 w 1729740"/>
              <a:gd name="csY2" fmla="*/ 731758 h 731758"/>
              <a:gd name="csX3" fmla="*/ 1569720 w 1729740"/>
              <a:gd name="csY3" fmla="*/ 724138 h 731758"/>
              <a:gd name="csX4" fmla="*/ 0 w 1729740"/>
              <a:gd name="csY4" fmla="*/ 45720 h 731758"/>
              <a:gd name="csX0" fmla="*/ 0 w 1729740"/>
              <a:gd name="csY0" fmla="*/ 129540 h 815578"/>
              <a:gd name="csX1" fmla="*/ 1623060 w 1729740"/>
              <a:gd name="csY1" fmla="*/ 0 h 815578"/>
              <a:gd name="csX2" fmla="*/ 1729740 w 1729740"/>
              <a:gd name="csY2" fmla="*/ 815578 h 815578"/>
              <a:gd name="csX3" fmla="*/ 1569720 w 1729740"/>
              <a:gd name="csY3" fmla="*/ 807958 h 815578"/>
              <a:gd name="csX4" fmla="*/ 0 w 1729740"/>
              <a:gd name="csY4" fmla="*/ 129540 h 815578"/>
              <a:gd name="csX0" fmla="*/ 0 w 1626108"/>
              <a:gd name="csY0" fmla="*/ 160020 h 815578"/>
              <a:gd name="csX1" fmla="*/ 1519428 w 1626108"/>
              <a:gd name="csY1" fmla="*/ 0 h 815578"/>
              <a:gd name="csX2" fmla="*/ 1626108 w 1626108"/>
              <a:gd name="csY2" fmla="*/ 815578 h 815578"/>
              <a:gd name="csX3" fmla="*/ 1466088 w 1626108"/>
              <a:gd name="csY3" fmla="*/ 807958 h 815578"/>
              <a:gd name="csX4" fmla="*/ 0 w 1626108"/>
              <a:gd name="csY4" fmla="*/ 160020 h 815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26108" h="815578">
                <a:moveTo>
                  <a:pt x="0" y="160020"/>
                </a:moveTo>
                <a:lnTo>
                  <a:pt x="1519428" y="0"/>
                </a:lnTo>
                <a:lnTo>
                  <a:pt x="1626108" y="815578"/>
                </a:lnTo>
                <a:lnTo>
                  <a:pt x="1466088" y="807958"/>
                </a:lnTo>
                <a:lnTo>
                  <a:pt x="0" y="160020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7F768D-053A-B966-A054-70F6DD553359}"/>
              </a:ext>
            </a:extLst>
          </p:cNvPr>
          <p:cNvSpPr/>
          <p:nvPr/>
        </p:nvSpPr>
        <p:spPr>
          <a:xfrm>
            <a:off x="1893571" y="2632393"/>
            <a:ext cx="1424940" cy="2667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capteur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EC565F-705A-74E9-8EA3-9A5CFBD78F1C}"/>
              </a:ext>
            </a:extLst>
          </p:cNvPr>
          <p:cNvSpPr/>
          <p:nvPr/>
        </p:nvSpPr>
        <p:spPr>
          <a:xfrm>
            <a:off x="2385061" y="2899093"/>
            <a:ext cx="441960" cy="9239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8F2278C-702A-2086-4C46-A438DAE4E2CF}"/>
              </a:ext>
            </a:extLst>
          </p:cNvPr>
          <p:cNvSpPr/>
          <p:nvPr/>
        </p:nvSpPr>
        <p:spPr>
          <a:xfrm>
            <a:off x="1893571" y="2990929"/>
            <a:ext cx="1424940" cy="69564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SPOC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926BF95-85E5-8426-008F-851AAA606823}"/>
              </a:ext>
            </a:extLst>
          </p:cNvPr>
          <p:cNvSpPr/>
          <p:nvPr/>
        </p:nvSpPr>
        <p:spPr>
          <a:xfrm>
            <a:off x="1066801" y="3686572"/>
            <a:ext cx="3078480" cy="69564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Porteur</a:t>
            </a:r>
          </a:p>
        </p:txBody>
      </p:sp>
      <p:sp>
        <p:nvSpPr>
          <p:cNvPr id="45" name="ZoneTexte 29">
            <a:extLst>
              <a:ext uri="{FF2B5EF4-FFF2-40B4-BE49-F238E27FC236}">
                <a16:creationId xmlns:a16="http://schemas.microsoft.com/office/drawing/2014/main" id="{F3EFDD58-F46D-248B-96A8-ED983B9F574F}"/>
              </a:ext>
            </a:extLst>
          </p:cNvPr>
          <p:cNvSpPr txBox="1"/>
          <p:nvPr/>
        </p:nvSpPr>
        <p:spPr>
          <a:xfrm>
            <a:off x="1428751" y="2928065"/>
            <a:ext cx="299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/>
              <a:t>1</a:t>
            </a:r>
          </a:p>
        </p:txBody>
      </p:sp>
      <p:sp>
        <p:nvSpPr>
          <p:cNvPr id="47" name="ZoneTexte 30">
            <a:extLst>
              <a:ext uri="{FF2B5EF4-FFF2-40B4-BE49-F238E27FC236}">
                <a16:creationId xmlns:a16="http://schemas.microsoft.com/office/drawing/2014/main" id="{513D2922-AD0D-0DA9-6106-94EBAF0B7388}"/>
              </a:ext>
            </a:extLst>
          </p:cNvPr>
          <p:cNvSpPr txBox="1"/>
          <p:nvPr/>
        </p:nvSpPr>
        <p:spPr>
          <a:xfrm>
            <a:off x="6526531" y="2152828"/>
            <a:ext cx="299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/>
              <a:t>2</a:t>
            </a:r>
            <a:endParaRPr lang="fr-FR" b="1"/>
          </a:p>
        </p:txBody>
      </p:sp>
      <p:sp>
        <p:nvSpPr>
          <p:cNvPr id="49" name="ZoneTexte 31">
            <a:extLst>
              <a:ext uri="{FF2B5EF4-FFF2-40B4-BE49-F238E27FC236}">
                <a16:creationId xmlns:a16="http://schemas.microsoft.com/office/drawing/2014/main" id="{33C1125A-A6A0-7BBD-6DB6-B15902EABD94}"/>
              </a:ext>
            </a:extLst>
          </p:cNvPr>
          <p:cNvSpPr txBox="1"/>
          <p:nvPr/>
        </p:nvSpPr>
        <p:spPr>
          <a:xfrm>
            <a:off x="8351248" y="2364253"/>
            <a:ext cx="299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/>
              <a:t>3</a:t>
            </a:r>
            <a:endParaRPr lang="fr-FR" b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DBEB44-DBF7-3643-26DF-A475C04A1128}"/>
              </a:ext>
            </a:extLst>
          </p:cNvPr>
          <p:cNvSpPr/>
          <p:nvPr/>
        </p:nvSpPr>
        <p:spPr>
          <a:xfrm rot="21271609" flipV="1">
            <a:off x="8295864" y="1527398"/>
            <a:ext cx="1361808" cy="2279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90BD68B-5AA0-BD4C-CB40-93A7B71AE365}"/>
              </a:ext>
            </a:extLst>
          </p:cNvPr>
          <p:cNvSpPr/>
          <p:nvPr/>
        </p:nvSpPr>
        <p:spPr>
          <a:xfrm rot="21271609" flipV="1">
            <a:off x="1947057" y="1526657"/>
            <a:ext cx="1361808" cy="2279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1D9F65-2606-B971-BF1C-C8661BD52405}"/>
              </a:ext>
            </a:extLst>
          </p:cNvPr>
          <p:cNvSpPr/>
          <p:nvPr/>
        </p:nvSpPr>
        <p:spPr>
          <a:xfrm rot="21227852">
            <a:off x="8319848" y="1994846"/>
            <a:ext cx="1424940" cy="2667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capteur</a:t>
            </a:r>
          </a:p>
        </p:txBody>
      </p:sp>
      <p:cxnSp>
        <p:nvCxnSpPr>
          <p:cNvPr id="57" name="Connecteur droit avec flèche 36">
            <a:extLst>
              <a:ext uri="{FF2B5EF4-FFF2-40B4-BE49-F238E27FC236}">
                <a16:creationId xmlns:a16="http://schemas.microsoft.com/office/drawing/2014/main" id="{6ED5929E-0B45-C272-47A4-26703EC8C1A5}"/>
              </a:ext>
            </a:extLst>
          </p:cNvPr>
          <p:cNvCxnSpPr/>
          <p:nvPr/>
        </p:nvCxnSpPr>
        <p:spPr>
          <a:xfrm flipV="1">
            <a:off x="9036808" y="2350892"/>
            <a:ext cx="0" cy="57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avec flèche 38">
            <a:extLst>
              <a:ext uri="{FF2B5EF4-FFF2-40B4-BE49-F238E27FC236}">
                <a16:creationId xmlns:a16="http://schemas.microsoft.com/office/drawing/2014/main" id="{99943333-342C-477A-B75F-CE217A54F567}"/>
              </a:ext>
            </a:extLst>
          </p:cNvPr>
          <p:cNvCxnSpPr/>
          <p:nvPr/>
        </p:nvCxnSpPr>
        <p:spPr>
          <a:xfrm>
            <a:off x="8987638" y="1754815"/>
            <a:ext cx="30273" cy="2408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41">
            <a:extLst>
              <a:ext uri="{FF2B5EF4-FFF2-40B4-BE49-F238E27FC236}">
                <a16:creationId xmlns:a16="http://schemas.microsoft.com/office/drawing/2014/main" id="{60F43730-656F-52DB-6163-BC48BAB1B5A3}"/>
              </a:ext>
            </a:extLst>
          </p:cNvPr>
          <p:cNvSpPr txBox="1"/>
          <p:nvPr/>
        </p:nvSpPr>
        <p:spPr>
          <a:xfrm>
            <a:off x="9002774" y="1674760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>
                <a:solidFill>
                  <a:schemeClr val="accent1"/>
                </a:solidFill>
              </a:rPr>
              <a:t>d </a:t>
            </a:r>
            <a:r>
              <a:rPr lang="fr-FR" sz="1000">
                <a:solidFill>
                  <a:schemeClr val="accent1"/>
                </a:solidFill>
              </a:rPr>
              <a:t>consigne</a:t>
            </a:r>
            <a:endParaRPr lang="fr-FR" sz="1400">
              <a:solidFill>
                <a:schemeClr val="accent1"/>
              </a:solidFill>
            </a:endParaRPr>
          </a:p>
        </p:txBody>
      </p:sp>
      <p:sp>
        <p:nvSpPr>
          <p:cNvPr id="63" name="ZoneTexte 43">
            <a:extLst>
              <a:ext uri="{FF2B5EF4-FFF2-40B4-BE49-F238E27FC236}">
                <a16:creationId xmlns:a16="http://schemas.microsoft.com/office/drawing/2014/main" id="{61D28B1C-1F3E-5CEB-53EC-6E960A10FA9A}"/>
              </a:ext>
            </a:extLst>
          </p:cNvPr>
          <p:cNvSpPr txBox="1"/>
          <p:nvPr/>
        </p:nvSpPr>
        <p:spPr>
          <a:xfrm>
            <a:off x="9861056" y="1863926"/>
            <a:ext cx="299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/>
              <a:t>4</a:t>
            </a: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49871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92398-1A0C-BC24-90B1-42153447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0F71AEE-7508-7C2D-5EB2-2F4956D8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8DAA4D-95A8-5C82-3534-1E48E82E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95EFB0-A854-B733-D60C-C4AA92CD1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221BC23-2C4D-3F1B-1820-572579A4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288404"/>
            <a:ext cx="10798380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noProof="0">
                <a:solidFill>
                  <a:srgbClr val="FFFFFF"/>
                </a:solidFill>
              </a:rPr>
              <a:t>Choix du système de mesure : profilomètre </a:t>
            </a:r>
            <a:r>
              <a:rPr lang="fr-FR" sz="4000">
                <a:solidFill>
                  <a:srgbClr val="FFFFFF"/>
                </a:solidFill>
              </a:rPr>
              <a:t>laser</a:t>
            </a:r>
            <a:endParaRPr lang="fr-FR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D7723-2501-C20B-C235-565591504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4D8A2F-42F0-2B6E-F5CE-9D1E617E3535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7C6CCC6-2BE5-4E42-96A4-D1E8E81A3D8E}" type="slidenum">
              <a:rPr lang="fr-FR" noProof="0" smtClean="0"/>
              <a:pPr/>
              <a:t>6</a:t>
            </a:fld>
            <a:endParaRPr lang="fr-FR" noProof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8BE7F04-7AB3-D40F-AAB9-A35678B4D4D7}"/>
              </a:ext>
            </a:extLst>
          </p:cNvPr>
          <p:cNvSpPr txBox="1">
            <a:spLocks/>
          </p:cNvSpPr>
          <p:nvPr/>
        </p:nvSpPr>
        <p:spPr>
          <a:xfrm>
            <a:off x="277020" y="1576615"/>
            <a:ext cx="9384769" cy="977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noProof="0"/>
              <a:t>---</a:t>
            </a:r>
          </a:p>
        </p:txBody>
      </p:sp>
      <p:sp>
        <p:nvSpPr>
          <p:cNvPr id="6" name="ZoneTexte 18">
            <a:extLst>
              <a:ext uri="{FF2B5EF4-FFF2-40B4-BE49-F238E27FC236}">
                <a16:creationId xmlns:a16="http://schemas.microsoft.com/office/drawing/2014/main" id="{8010F75A-D2CF-6FF8-CF3E-0425232B2550}"/>
              </a:ext>
            </a:extLst>
          </p:cNvPr>
          <p:cNvSpPr txBox="1"/>
          <p:nvPr/>
        </p:nvSpPr>
        <p:spPr>
          <a:xfrm>
            <a:off x="6100757" y="2546534"/>
            <a:ext cx="5921796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noProof="0"/>
              <a:t>Profilomètre laser</a:t>
            </a:r>
            <a:r>
              <a:rPr lang="fr-FR" sz="2400" noProof="0"/>
              <a:t>: </a:t>
            </a:r>
          </a:p>
          <a:p>
            <a:endParaRPr lang="fr-FR" sz="2400" noProof="0"/>
          </a:p>
          <a:p>
            <a:pPr marL="285750" indent="-285750">
              <a:buFont typeface="Arial"/>
              <a:buChar char="•"/>
            </a:pPr>
            <a:r>
              <a:rPr lang="fr-FR" sz="2400"/>
              <a:t>Capteur ponctuel orienté selon z</a:t>
            </a:r>
          </a:p>
          <a:p>
            <a:pPr marL="285750" indent="-285750">
              <a:buFont typeface="Arial"/>
              <a:buChar char="•"/>
            </a:pPr>
            <a:r>
              <a:rPr lang="fr-FR" sz="2400"/>
              <a:t>Déplacement du capteur selon l’axe y (sur la tranche du capteur étant dans le sens du déplacement du porteur)</a:t>
            </a:r>
          </a:p>
          <a:p>
            <a:pPr marL="285750" indent="-285750">
              <a:buFont typeface="Arial"/>
              <a:buChar char="•"/>
            </a:pPr>
            <a:r>
              <a:rPr lang="fr-FR" sz="2400"/>
              <a:t>Déplacement du porteur selon l’axe x </a:t>
            </a:r>
          </a:p>
          <a:p>
            <a:pPr marL="285750" indent="-285750">
              <a:buFont typeface="Arial"/>
              <a:buChar char="•"/>
            </a:pPr>
            <a:r>
              <a:rPr lang="fr-FR" sz="2400"/>
              <a:t>Combinaison des 2 déplacements : cartographie 2D  de la paroi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664624AF-9709-D2F6-CBEB-457A66AD2A1B}"/>
              </a:ext>
            </a:extLst>
          </p:cNvPr>
          <p:cNvSpPr/>
          <p:nvPr/>
        </p:nvSpPr>
        <p:spPr>
          <a:xfrm>
            <a:off x="596409" y="1863866"/>
            <a:ext cx="2225232" cy="4389598"/>
          </a:xfrm>
          <a:prstGeom prst="cube">
            <a:avLst>
              <a:gd name="adj" fmla="val 84989"/>
            </a:avLst>
          </a:prstGeom>
          <a:solidFill>
            <a:schemeClr val="bg1">
              <a:lumMod val="95000"/>
            </a:schemeClr>
          </a:solidFill>
          <a:scene3d>
            <a:camera prst="orthographicFront">
              <a:rot lat="0" lon="21599974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>
                <a:solidFill>
                  <a:schemeClr val="tx1"/>
                </a:solidFill>
              </a:rPr>
              <a:t>PAROI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9A76CF94-374E-3B4D-05F4-87ECACB5F7CB}"/>
              </a:ext>
            </a:extLst>
          </p:cNvPr>
          <p:cNvSpPr/>
          <p:nvPr/>
        </p:nvSpPr>
        <p:spPr>
          <a:xfrm>
            <a:off x="2104306" y="3387768"/>
            <a:ext cx="585554" cy="1327962"/>
          </a:xfrm>
          <a:prstGeom prst="cube">
            <a:avLst>
              <a:gd name="adj" fmla="val 84989"/>
            </a:avLst>
          </a:prstGeom>
          <a:solidFill>
            <a:schemeClr val="tx2">
              <a:lumMod val="25000"/>
              <a:lumOff val="75000"/>
            </a:schemeClr>
          </a:solidFill>
          <a:scene3d>
            <a:camera prst="orthographicFront">
              <a:rot lat="0" lon="21599974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2F3EBDEA-1C55-F48B-E8ED-2D7EFD14BE75}"/>
              </a:ext>
            </a:extLst>
          </p:cNvPr>
          <p:cNvSpPr/>
          <p:nvPr/>
        </p:nvSpPr>
        <p:spPr>
          <a:xfrm>
            <a:off x="2397083" y="3848549"/>
            <a:ext cx="1737361" cy="406399"/>
          </a:xfrm>
          <a:prstGeom prst="cube">
            <a:avLst>
              <a:gd name="adj" fmla="val 21239"/>
            </a:avLst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>
              <a:rot lat="0" lon="21599974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>
                <a:solidFill>
                  <a:schemeClr val="tx1"/>
                </a:solidFill>
              </a:rPr>
              <a:t>SPOC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ADA603E1-AD46-C3FD-FE09-8D9AB9F0A188}"/>
              </a:ext>
            </a:extLst>
          </p:cNvPr>
          <p:cNvCxnSpPr>
            <a:cxnSpLocks/>
          </p:cNvCxnSpPr>
          <p:nvPr/>
        </p:nvCxnSpPr>
        <p:spPr>
          <a:xfrm flipV="1">
            <a:off x="906938" y="5549442"/>
            <a:ext cx="0" cy="70402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4FB08ACF-D5E7-E1C4-89D6-635A2E18D1C7}"/>
              </a:ext>
            </a:extLst>
          </p:cNvPr>
          <p:cNvCxnSpPr>
            <a:cxnSpLocks/>
          </p:cNvCxnSpPr>
          <p:nvPr/>
        </p:nvCxnSpPr>
        <p:spPr>
          <a:xfrm flipV="1">
            <a:off x="906936" y="5726430"/>
            <a:ext cx="540864" cy="52703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573C15A-8F19-D528-A130-EB0051163BD8}"/>
              </a:ext>
            </a:extLst>
          </p:cNvPr>
          <p:cNvCxnSpPr>
            <a:cxnSpLocks/>
          </p:cNvCxnSpPr>
          <p:nvPr/>
        </p:nvCxnSpPr>
        <p:spPr>
          <a:xfrm flipH="1">
            <a:off x="220560" y="6253464"/>
            <a:ext cx="68637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ZoneTexte 28">
            <a:extLst>
              <a:ext uri="{FF2B5EF4-FFF2-40B4-BE49-F238E27FC236}">
                <a16:creationId xmlns:a16="http://schemas.microsoft.com/office/drawing/2014/main" id="{8905F5C2-92A4-C13C-CB3A-E05FF796E358}"/>
              </a:ext>
            </a:extLst>
          </p:cNvPr>
          <p:cNvSpPr txBox="1"/>
          <p:nvPr/>
        </p:nvSpPr>
        <p:spPr>
          <a:xfrm>
            <a:off x="1419750" y="5667043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/>
              <a:t>x</a:t>
            </a:r>
          </a:p>
        </p:txBody>
      </p:sp>
      <p:sp>
        <p:nvSpPr>
          <p:cNvPr id="23" name="ZoneTexte 30">
            <a:extLst>
              <a:ext uri="{FF2B5EF4-FFF2-40B4-BE49-F238E27FC236}">
                <a16:creationId xmlns:a16="http://schemas.microsoft.com/office/drawing/2014/main" id="{E4A13948-BBA6-34D5-8D9D-05444D1D9261}"/>
              </a:ext>
            </a:extLst>
          </p:cNvPr>
          <p:cNvSpPr txBox="1"/>
          <p:nvPr/>
        </p:nvSpPr>
        <p:spPr>
          <a:xfrm>
            <a:off x="582845" y="5435949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/>
              <a:t>y</a:t>
            </a:r>
          </a:p>
        </p:txBody>
      </p:sp>
      <p:sp>
        <p:nvSpPr>
          <p:cNvPr id="24" name="ZoneTexte 32">
            <a:extLst>
              <a:ext uri="{FF2B5EF4-FFF2-40B4-BE49-F238E27FC236}">
                <a16:creationId xmlns:a16="http://schemas.microsoft.com/office/drawing/2014/main" id="{15DF90C5-3F74-7024-638C-4ACE5083DEED}"/>
              </a:ext>
            </a:extLst>
          </p:cNvPr>
          <p:cNvSpPr txBox="1"/>
          <p:nvPr/>
        </p:nvSpPr>
        <p:spPr>
          <a:xfrm>
            <a:off x="154990" y="6278414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/>
              <a:t>z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22BB478-4349-C5F2-8A77-F9CDE9AF1D09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187152" y="4300577"/>
            <a:ext cx="917154" cy="844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45">
            <a:extLst>
              <a:ext uri="{FF2B5EF4-FFF2-40B4-BE49-F238E27FC236}">
                <a16:creationId xmlns:a16="http://schemas.microsoft.com/office/drawing/2014/main" id="{A0D5DD2B-7432-3FC7-CC6F-238F86F347A9}"/>
              </a:ext>
            </a:extLst>
          </p:cNvPr>
          <p:cNvSpPr txBox="1"/>
          <p:nvPr/>
        </p:nvSpPr>
        <p:spPr>
          <a:xfrm>
            <a:off x="952311" y="5166331"/>
            <a:ext cx="14863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>
                <a:solidFill>
                  <a:srgbClr val="FF0000"/>
                </a:solidFill>
              </a:rPr>
              <a:t>Déplacement porteur</a:t>
            </a:r>
          </a:p>
          <a:p>
            <a:pPr algn="ctr"/>
            <a:r>
              <a:rPr lang="fr-FR" sz="1100">
                <a:solidFill>
                  <a:srgbClr val="FF0000"/>
                </a:solidFill>
              </a:rPr>
              <a:t>(selon x)</a:t>
            </a: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5D3569AE-DC29-49F1-130B-61B7B24B95F9}"/>
              </a:ext>
            </a:extLst>
          </p:cNvPr>
          <p:cNvSpPr/>
          <p:nvPr/>
        </p:nvSpPr>
        <p:spPr>
          <a:xfrm>
            <a:off x="3155515" y="3936999"/>
            <a:ext cx="804541" cy="833121"/>
          </a:xfrm>
          <a:prstGeom prst="cube">
            <a:avLst>
              <a:gd name="adj" fmla="val 89881"/>
            </a:avLst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>
              <a:rot lat="0" lon="21599974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879D145A-6F84-65DF-EFC0-5D8A6414C32A}"/>
              </a:ext>
            </a:extLst>
          </p:cNvPr>
          <p:cNvSpPr/>
          <p:nvPr/>
        </p:nvSpPr>
        <p:spPr>
          <a:xfrm>
            <a:off x="3897741" y="3470231"/>
            <a:ext cx="1737361" cy="1949521"/>
          </a:xfrm>
          <a:prstGeom prst="cube">
            <a:avLst>
              <a:gd name="adj" fmla="val 21239"/>
            </a:avLst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>
              <a:rot lat="0" lon="21599974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>
                <a:solidFill>
                  <a:schemeClr val="tx1"/>
                </a:solidFill>
              </a:rPr>
              <a:t>Porteur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28B41600-6AD9-392E-4A64-43461262DF74}"/>
              </a:ext>
            </a:extLst>
          </p:cNvPr>
          <p:cNvSpPr/>
          <p:nvPr/>
        </p:nvSpPr>
        <p:spPr>
          <a:xfrm>
            <a:off x="2036247" y="3883769"/>
            <a:ext cx="1110216" cy="884509"/>
          </a:xfrm>
          <a:custGeom>
            <a:avLst/>
            <a:gdLst>
              <a:gd name="connsiteX0" fmla="*/ 0 w 735219"/>
              <a:gd name="connsiteY0" fmla="*/ 0 h 463495"/>
              <a:gd name="connsiteX1" fmla="*/ 735219 w 735219"/>
              <a:gd name="connsiteY1" fmla="*/ 0 h 463495"/>
              <a:gd name="connsiteX2" fmla="*/ 735219 w 735219"/>
              <a:gd name="connsiteY2" fmla="*/ 463495 h 463495"/>
              <a:gd name="connsiteX3" fmla="*/ 0 w 735219"/>
              <a:gd name="connsiteY3" fmla="*/ 463495 h 463495"/>
              <a:gd name="connsiteX4" fmla="*/ 0 w 735219"/>
              <a:gd name="connsiteY4" fmla="*/ 0 h 463495"/>
              <a:gd name="connsiteX0" fmla="*/ 0 w 765699"/>
              <a:gd name="connsiteY0" fmla="*/ 0 h 463495"/>
              <a:gd name="connsiteX1" fmla="*/ 735219 w 765699"/>
              <a:gd name="connsiteY1" fmla="*/ 0 h 463495"/>
              <a:gd name="connsiteX2" fmla="*/ 765699 w 765699"/>
              <a:gd name="connsiteY2" fmla="*/ 242515 h 463495"/>
              <a:gd name="connsiteX3" fmla="*/ 0 w 765699"/>
              <a:gd name="connsiteY3" fmla="*/ 463495 h 463495"/>
              <a:gd name="connsiteX4" fmla="*/ 0 w 765699"/>
              <a:gd name="connsiteY4" fmla="*/ 0 h 463495"/>
              <a:gd name="connsiteX0" fmla="*/ 0 w 1222899"/>
              <a:gd name="connsiteY0" fmla="*/ 198120 h 463495"/>
              <a:gd name="connsiteX1" fmla="*/ 1192419 w 1222899"/>
              <a:gd name="connsiteY1" fmla="*/ 0 h 463495"/>
              <a:gd name="connsiteX2" fmla="*/ 1222899 w 1222899"/>
              <a:gd name="connsiteY2" fmla="*/ 242515 h 463495"/>
              <a:gd name="connsiteX3" fmla="*/ 457200 w 1222899"/>
              <a:gd name="connsiteY3" fmla="*/ 463495 h 463495"/>
              <a:gd name="connsiteX4" fmla="*/ 0 w 1222899"/>
              <a:gd name="connsiteY4" fmla="*/ 198120 h 463495"/>
              <a:gd name="connsiteX0" fmla="*/ 0 w 1224787"/>
              <a:gd name="connsiteY0" fmla="*/ 198120 h 463495"/>
              <a:gd name="connsiteX1" fmla="*/ 1192419 w 1224787"/>
              <a:gd name="connsiteY1" fmla="*/ 0 h 463495"/>
              <a:gd name="connsiteX2" fmla="*/ 1224787 w 1224787"/>
              <a:gd name="connsiteY2" fmla="*/ 146803 h 463495"/>
              <a:gd name="connsiteX3" fmla="*/ 457200 w 1224787"/>
              <a:gd name="connsiteY3" fmla="*/ 463495 h 463495"/>
              <a:gd name="connsiteX4" fmla="*/ 0 w 1224787"/>
              <a:gd name="connsiteY4" fmla="*/ 198120 h 463495"/>
              <a:gd name="connsiteX0" fmla="*/ 0 w 1241502"/>
              <a:gd name="connsiteY0" fmla="*/ 98990 h 364365"/>
              <a:gd name="connsiteX1" fmla="*/ 1241502 w 1241502"/>
              <a:gd name="connsiteY1" fmla="*/ 0 h 364365"/>
              <a:gd name="connsiteX2" fmla="*/ 1224787 w 1241502"/>
              <a:gd name="connsiteY2" fmla="*/ 47673 h 364365"/>
              <a:gd name="connsiteX3" fmla="*/ 457200 w 1241502"/>
              <a:gd name="connsiteY3" fmla="*/ 364365 h 364365"/>
              <a:gd name="connsiteX4" fmla="*/ 0 w 1241502"/>
              <a:gd name="connsiteY4" fmla="*/ 98990 h 364365"/>
              <a:gd name="connsiteX0" fmla="*/ 0 w 1241502"/>
              <a:gd name="connsiteY0" fmla="*/ 98990 h 689103"/>
              <a:gd name="connsiteX1" fmla="*/ 1241502 w 1241502"/>
              <a:gd name="connsiteY1" fmla="*/ 0 h 689103"/>
              <a:gd name="connsiteX2" fmla="*/ 1224787 w 1241502"/>
              <a:gd name="connsiteY2" fmla="*/ 47673 h 689103"/>
              <a:gd name="connsiteX3" fmla="*/ 562917 w 1241502"/>
              <a:gd name="connsiteY3" fmla="*/ 689103 h 689103"/>
              <a:gd name="connsiteX4" fmla="*/ 0 w 1241502"/>
              <a:gd name="connsiteY4" fmla="*/ 98990 h 689103"/>
              <a:gd name="connsiteX0" fmla="*/ 0 w 692151"/>
              <a:gd name="connsiteY0" fmla="*/ 0 h 778120"/>
              <a:gd name="connsiteX1" fmla="*/ 692151 w 692151"/>
              <a:gd name="connsiteY1" fmla="*/ 89017 h 778120"/>
              <a:gd name="connsiteX2" fmla="*/ 675436 w 692151"/>
              <a:gd name="connsiteY2" fmla="*/ 136690 h 778120"/>
              <a:gd name="connsiteX3" fmla="*/ 13566 w 692151"/>
              <a:gd name="connsiteY3" fmla="*/ 778120 h 778120"/>
              <a:gd name="connsiteX4" fmla="*/ 0 w 692151"/>
              <a:gd name="connsiteY4" fmla="*/ 0 h 778120"/>
              <a:gd name="connsiteX0" fmla="*/ 0 w 694314"/>
              <a:gd name="connsiteY0" fmla="*/ 0 h 778120"/>
              <a:gd name="connsiteX1" fmla="*/ 692151 w 694314"/>
              <a:gd name="connsiteY1" fmla="*/ 89017 h 778120"/>
              <a:gd name="connsiteX2" fmla="*/ 694314 w 694314"/>
              <a:gd name="connsiteY2" fmla="*/ 95671 h 778120"/>
              <a:gd name="connsiteX3" fmla="*/ 13566 w 694314"/>
              <a:gd name="connsiteY3" fmla="*/ 778120 h 778120"/>
              <a:gd name="connsiteX4" fmla="*/ 0 w 694314"/>
              <a:gd name="connsiteY4" fmla="*/ 0 h 778120"/>
              <a:gd name="connsiteX0" fmla="*/ 0 w 692151"/>
              <a:gd name="connsiteY0" fmla="*/ 0 h 778120"/>
              <a:gd name="connsiteX1" fmla="*/ 692151 w 692151"/>
              <a:gd name="connsiteY1" fmla="*/ 89017 h 778120"/>
              <a:gd name="connsiteX2" fmla="*/ 688651 w 692151"/>
              <a:gd name="connsiteY2" fmla="*/ 141818 h 778120"/>
              <a:gd name="connsiteX3" fmla="*/ 13566 w 692151"/>
              <a:gd name="connsiteY3" fmla="*/ 778120 h 778120"/>
              <a:gd name="connsiteX4" fmla="*/ 0 w 692151"/>
              <a:gd name="connsiteY4" fmla="*/ 0 h 778120"/>
              <a:gd name="connsiteX0" fmla="*/ 0 w 695927"/>
              <a:gd name="connsiteY0" fmla="*/ 0 h 778120"/>
              <a:gd name="connsiteX1" fmla="*/ 695927 w 695927"/>
              <a:gd name="connsiteY1" fmla="*/ 49707 h 778120"/>
              <a:gd name="connsiteX2" fmla="*/ 688651 w 695927"/>
              <a:gd name="connsiteY2" fmla="*/ 141818 h 778120"/>
              <a:gd name="connsiteX3" fmla="*/ 13566 w 695927"/>
              <a:gd name="connsiteY3" fmla="*/ 778120 h 778120"/>
              <a:gd name="connsiteX4" fmla="*/ 0 w 695927"/>
              <a:gd name="connsiteY4" fmla="*/ 0 h 778120"/>
              <a:gd name="connsiteX0" fmla="*/ 0 w 1098659"/>
              <a:gd name="connsiteY0" fmla="*/ 0 h 1429874"/>
              <a:gd name="connsiteX1" fmla="*/ 1098659 w 1098659"/>
              <a:gd name="connsiteY1" fmla="*/ 701461 h 1429874"/>
              <a:gd name="connsiteX2" fmla="*/ 1091383 w 1098659"/>
              <a:gd name="connsiteY2" fmla="*/ 793572 h 1429874"/>
              <a:gd name="connsiteX3" fmla="*/ 416298 w 1098659"/>
              <a:gd name="connsiteY3" fmla="*/ 1429874 h 1429874"/>
              <a:gd name="connsiteX4" fmla="*/ 0 w 1098659"/>
              <a:gd name="connsiteY4" fmla="*/ 0 h 1429874"/>
              <a:gd name="connsiteX0" fmla="*/ 1536 w 1100195"/>
              <a:gd name="connsiteY0" fmla="*/ 0 h 793572"/>
              <a:gd name="connsiteX1" fmla="*/ 1100195 w 1100195"/>
              <a:gd name="connsiteY1" fmla="*/ 701461 h 793572"/>
              <a:gd name="connsiteX2" fmla="*/ 1092919 w 1100195"/>
              <a:gd name="connsiteY2" fmla="*/ 793572 h 793572"/>
              <a:gd name="connsiteX3" fmla="*/ 0 w 1100195"/>
              <a:gd name="connsiteY3" fmla="*/ 773562 h 793572"/>
              <a:gd name="connsiteX4" fmla="*/ 1536 w 1100195"/>
              <a:gd name="connsiteY4" fmla="*/ 0 h 79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195" h="793572">
                <a:moveTo>
                  <a:pt x="1536" y="0"/>
                </a:moveTo>
                <a:lnTo>
                  <a:pt x="1100195" y="701461"/>
                </a:lnTo>
                <a:lnTo>
                  <a:pt x="1092919" y="793572"/>
                </a:lnTo>
                <a:lnTo>
                  <a:pt x="0" y="773562"/>
                </a:lnTo>
                <a:lnTo>
                  <a:pt x="1536" y="0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1139FA5C-45ED-332B-7EE6-E4D4F2B2DF31}"/>
              </a:ext>
            </a:extLst>
          </p:cNvPr>
          <p:cNvSpPr/>
          <p:nvPr/>
        </p:nvSpPr>
        <p:spPr>
          <a:xfrm>
            <a:off x="2036247" y="3881110"/>
            <a:ext cx="1308336" cy="884509"/>
          </a:xfrm>
          <a:custGeom>
            <a:avLst/>
            <a:gdLst>
              <a:gd name="connsiteX0" fmla="*/ 0 w 735219"/>
              <a:gd name="connsiteY0" fmla="*/ 0 h 463495"/>
              <a:gd name="connsiteX1" fmla="*/ 735219 w 735219"/>
              <a:gd name="connsiteY1" fmla="*/ 0 h 463495"/>
              <a:gd name="connsiteX2" fmla="*/ 735219 w 735219"/>
              <a:gd name="connsiteY2" fmla="*/ 463495 h 463495"/>
              <a:gd name="connsiteX3" fmla="*/ 0 w 735219"/>
              <a:gd name="connsiteY3" fmla="*/ 463495 h 463495"/>
              <a:gd name="connsiteX4" fmla="*/ 0 w 735219"/>
              <a:gd name="connsiteY4" fmla="*/ 0 h 463495"/>
              <a:gd name="connsiteX0" fmla="*/ 0 w 765699"/>
              <a:gd name="connsiteY0" fmla="*/ 0 h 463495"/>
              <a:gd name="connsiteX1" fmla="*/ 735219 w 765699"/>
              <a:gd name="connsiteY1" fmla="*/ 0 h 463495"/>
              <a:gd name="connsiteX2" fmla="*/ 765699 w 765699"/>
              <a:gd name="connsiteY2" fmla="*/ 242515 h 463495"/>
              <a:gd name="connsiteX3" fmla="*/ 0 w 765699"/>
              <a:gd name="connsiteY3" fmla="*/ 463495 h 463495"/>
              <a:gd name="connsiteX4" fmla="*/ 0 w 765699"/>
              <a:gd name="connsiteY4" fmla="*/ 0 h 463495"/>
              <a:gd name="connsiteX0" fmla="*/ 0 w 1222899"/>
              <a:gd name="connsiteY0" fmla="*/ 198120 h 463495"/>
              <a:gd name="connsiteX1" fmla="*/ 1192419 w 1222899"/>
              <a:gd name="connsiteY1" fmla="*/ 0 h 463495"/>
              <a:gd name="connsiteX2" fmla="*/ 1222899 w 1222899"/>
              <a:gd name="connsiteY2" fmla="*/ 242515 h 463495"/>
              <a:gd name="connsiteX3" fmla="*/ 457200 w 1222899"/>
              <a:gd name="connsiteY3" fmla="*/ 463495 h 463495"/>
              <a:gd name="connsiteX4" fmla="*/ 0 w 1222899"/>
              <a:gd name="connsiteY4" fmla="*/ 198120 h 463495"/>
              <a:gd name="connsiteX0" fmla="*/ 0 w 1224787"/>
              <a:gd name="connsiteY0" fmla="*/ 198120 h 463495"/>
              <a:gd name="connsiteX1" fmla="*/ 1192419 w 1224787"/>
              <a:gd name="connsiteY1" fmla="*/ 0 h 463495"/>
              <a:gd name="connsiteX2" fmla="*/ 1224787 w 1224787"/>
              <a:gd name="connsiteY2" fmla="*/ 146803 h 463495"/>
              <a:gd name="connsiteX3" fmla="*/ 457200 w 1224787"/>
              <a:gd name="connsiteY3" fmla="*/ 463495 h 463495"/>
              <a:gd name="connsiteX4" fmla="*/ 0 w 1224787"/>
              <a:gd name="connsiteY4" fmla="*/ 198120 h 463495"/>
              <a:gd name="connsiteX0" fmla="*/ 0 w 1241502"/>
              <a:gd name="connsiteY0" fmla="*/ 98990 h 364365"/>
              <a:gd name="connsiteX1" fmla="*/ 1241502 w 1241502"/>
              <a:gd name="connsiteY1" fmla="*/ 0 h 364365"/>
              <a:gd name="connsiteX2" fmla="*/ 1224787 w 1241502"/>
              <a:gd name="connsiteY2" fmla="*/ 47673 h 364365"/>
              <a:gd name="connsiteX3" fmla="*/ 457200 w 1241502"/>
              <a:gd name="connsiteY3" fmla="*/ 364365 h 364365"/>
              <a:gd name="connsiteX4" fmla="*/ 0 w 1241502"/>
              <a:gd name="connsiteY4" fmla="*/ 98990 h 364365"/>
              <a:gd name="connsiteX0" fmla="*/ 0 w 1241502"/>
              <a:gd name="connsiteY0" fmla="*/ 98990 h 689103"/>
              <a:gd name="connsiteX1" fmla="*/ 1241502 w 1241502"/>
              <a:gd name="connsiteY1" fmla="*/ 0 h 689103"/>
              <a:gd name="connsiteX2" fmla="*/ 1224787 w 1241502"/>
              <a:gd name="connsiteY2" fmla="*/ 47673 h 689103"/>
              <a:gd name="connsiteX3" fmla="*/ 562917 w 1241502"/>
              <a:gd name="connsiteY3" fmla="*/ 689103 h 689103"/>
              <a:gd name="connsiteX4" fmla="*/ 0 w 1241502"/>
              <a:gd name="connsiteY4" fmla="*/ 98990 h 689103"/>
              <a:gd name="connsiteX0" fmla="*/ 0 w 692151"/>
              <a:gd name="connsiteY0" fmla="*/ 0 h 778120"/>
              <a:gd name="connsiteX1" fmla="*/ 692151 w 692151"/>
              <a:gd name="connsiteY1" fmla="*/ 89017 h 778120"/>
              <a:gd name="connsiteX2" fmla="*/ 675436 w 692151"/>
              <a:gd name="connsiteY2" fmla="*/ 136690 h 778120"/>
              <a:gd name="connsiteX3" fmla="*/ 13566 w 692151"/>
              <a:gd name="connsiteY3" fmla="*/ 778120 h 778120"/>
              <a:gd name="connsiteX4" fmla="*/ 0 w 692151"/>
              <a:gd name="connsiteY4" fmla="*/ 0 h 778120"/>
              <a:gd name="connsiteX0" fmla="*/ 0 w 694314"/>
              <a:gd name="connsiteY0" fmla="*/ 0 h 778120"/>
              <a:gd name="connsiteX1" fmla="*/ 692151 w 694314"/>
              <a:gd name="connsiteY1" fmla="*/ 89017 h 778120"/>
              <a:gd name="connsiteX2" fmla="*/ 694314 w 694314"/>
              <a:gd name="connsiteY2" fmla="*/ 95671 h 778120"/>
              <a:gd name="connsiteX3" fmla="*/ 13566 w 694314"/>
              <a:gd name="connsiteY3" fmla="*/ 778120 h 778120"/>
              <a:gd name="connsiteX4" fmla="*/ 0 w 694314"/>
              <a:gd name="connsiteY4" fmla="*/ 0 h 778120"/>
              <a:gd name="connsiteX0" fmla="*/ 0 w 692151"/>
              <a:gd name="connsiteY0" fmla="*/ 0 h 778120"/>
              <a:gd name="connsiteX1" fmla="*/ 692151 w 692151"/>
              <a:gd name="connsiteY1" fmla="*/ 89017 h 778120"/>
              <a:gd name="connsiteX2" fmla="*/ 688651 w 692151"/>
              <a:gd name="connsiteY2" fmla="*/ 141818 h 778120"/>
              <a:gd name="connsiteX3" fmla="*/ 13566 w 692151"/>
              <a:gd name="connsiteY3" fmla="*/ 778120 h 778120"/>
              <a:gd name="connsiteX4" fmla="*/ 0 w 692151"/>
              <a:gd name="connsiteY4" fmla="*/ 0 h 778120"/>
              <a:gd name="connsiteX0" fmla="*/ 0 w 695927"/>
              <a:gd name="connsiteY0" fmla="*/ 0 h 778120"/>
              <a:gd name="connsiteX1" fmla="*/ 695927 w 695927"/>
              <a:gd name="connsiteY1" fmla="*/ 49707 h 778120"/>
              <a:gd name="connsiteX2" fmla="*/ 688651 w 695927"/>
              <a:gd name="connsiteY2" fmla="*/ 141818 h 778120"/>
              <a:gd name="connsiteX3" fmla="*/ 13566 w 695927"/>
              <a:gd name="connsiteY3" fmla="*/ 778120 h 778120"/>
              <a:gd name="connsiteX4" fmla="*/ 0 w 695927"/>
              <a:gd name="connsiteY4" fmla="*/ 0 h 778120"/>
              <a:gd name="connsiteX0" fmla="*/ 0 w 1098659"/>
              <a:gd name="connsiteY0" fmla="*/ 0 h 1429874"/>
              <a:gd name="connsiteX1" fmla="*/ 1098659 w 1098659"/>
              <a:gd name="connsiteY1" fmla="*/ 701461 h 1429874"/>
              <a:gd name="connsiteX2" fmla="*/ 1091383 w 1098659"/>
              <a:gd name="connsiteY2" fmla="*/ 793572 h 1429874"/>
              <a:gd name="connsiteX3" fmla="*/ 416298 w 1098659"/>
              <a:gd name="connsiteY3" fmla="*/ 1429874 h 1429874"/>
              <a:gd name="connsiteX4" fmla="*/ 0 w 1098659"/>
              <a:gd name="connsiteY4" fmla="*/ 0 h 1429874"/>
              <a:gd name="connsiteX0" fmla="*/ 1536 w 1100195"/>
              <a:gd name="connsiteY0" fmla="*/ 0 h 793572"/>
              <a:gd name="connsiteX1" fmla="*/ 1100195 w 1100195"/>
              <a:gd name="connsiteY1" fmla="*/ 701461 h 793572"/>
              <a:gd name="connsiteX2" fmla="*/ 1092919 w 1100195"/>
              <a:gd name="connsiteY2" fmla="*/ 793572 h 793572"/>
              <a:gd name="connsiteX3" fmla="*/ 0 w 1100195"/>
              <a:gd name="connsiteY3" fmla="*/ 773562 h 793572"/>
              <a:gd name="connsiteX4" fmla="*/ 1536 w 1100195"/>
              <a:gd name="connsiteY4" fmla="*/ 0 h 793572"/>
              <a:gd name="connsiteX0" fmla="*/ 1536 w 1296527"/>
              <a:gd name="connsiteY0" fmla="*/ 0 h 793572"/>
              <a:gd name="connsiteX1" fmla="*/ 1296527 w 1296527"/>
              <a:gd name="connsiteY1" fmla="*/ 516873 h 793572"/>
              <a:gd name="connsiteX2" fmla="*/ 1092919 w 1296527"/>
              <a:gd name="connsiteY2" fmla="*/ 793572 h 793572"/>
              <a:gd name="connsiteX3" fmla="*/ 0 w 1296527"/>
              <a:gd name="connsiteY3" fmla="*/ 773562 h 793572"/>
              <a:gd name="connsiteX4" fmla="*/ 1536 w 1296527"/>
              <a:gd name="connsiteY4" fmla="*/ 0 h 793572"/>
              <a:gd name="connsiteX0" fmla="*/ 1536 w 1296527"/>
              <a:gd name="connsiteY0" fmla="*/ 0 h 773562"/>
              <a:gd name="connsiteX1" fmla="*/ 1296527 w 1296527"/>
              <a:gd name="connsiteY1" fmla="*/ 516873 h 773562"/>
              <a:gd name="connsiteX2" fmla="*/ 1236393 w 1296527"/>
              <a:gd name="connsiteY2" fmla="*/ 578220 h 773562"/>
              <a:gd name="connsiteX3" fmla="*/ 0 w 1296527"/>
              <a:gd name="connsiteY3" fmla="*/ 773562 h 773562"/>
              <a:gd name="connsiteX4" fmla="*/ 1536 w 1296527"/>
              <a:gd name="connsiteY4" fmla="*/ 0 h 773562"/>
              <a:gd name="connsiteX0" fmla="*/ 1536 w 1296527"/>
              <a:gd name="connsiteY0" fmla="*/ 0 h 773562"/>
              <a:gd name="connsiteX1" fmla="*/ 1296527 w 1296527"/>
              <a:gd name="connsiteY1" fmla="*/ 516873 h 773562"/>
              <a:gd name="connsiteX2" fmla="*/ 1228841 w 1296527"/>
              <a:gd name="connsiteY2" fmla="*/ 591548 h 773562"/>
              <a:gd name="connsiteX3" fmla="*/ 0 w 1296527"/>
              <a:gd name="connsiteY3" fmla="*/ 773562 h 773562"/>
              <a:gd name="connsiteX4" fmla="*/ 1536 w 1296527"/>
              <a:gd name="connsiteY4" fmla="*/ 0 h 773562"/>
              <a:gd name="connsiteX0" fmla="*/ 1536 w 1296527"/>
              <a:gd name="connsiteY0" fmla="*/ 0 h 773562"/>
              <a:gd name="connsiteX1" fmla="*/ 1296527 w 1296527"/>
              <a:gd name="connsiteY1" fmla="*/ 516873 h 773562"/>
              <a:gd name="connsiteX2" fmla="*/ 1213739 w 1296527"/>
              <a:gd name="connsiteY2" fmla="*/ 579886 h 773562"/>
              <a:gd name="connsiteX3" fmla="*/ 0 w 1296527"/>
              <a:gd name="connsiteY3" fmla="*/ 773562 h 773562"/>
              <a:gd name="connsiteX4" fmla="*/ 1536 w 1296527"/>
              <a:gd name="connsiteY4" fmla="*/ 0 h 773562"/>
              <a:gd name="connsiteX0" fmla="*/ 1536 w 1287088"/>
              <a:gd name="connsiteY0" fmla="*/ 0 h 773562"/>
              <a:gd name="connsiteX1" fmla="*/ 1287088 w 1287088"/>
              <a:gd name="connsiteY1" fmla="*/ 511875 h 773562"/>
              <a:gd name="connsiteX2" fmla="*/ 1213739 w 1287088"/>
              <a:gd name="connsiteY2" fmla="*/ 579886 h 773562"/>
              <a:gd name="connsiteX3" fmla="*/ 0 w 1287088"/>
              <a:gd name="connsiteY3" fmla="*/ 773562 h 773562"/>
              <a:gd name="connsiteX4" fmla="*/ 1536 w 1287088"/>
              <a:gd name="connsiteY4" fmla="*/ 0 h 773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088" h="773562">
                <a:moveTo>
                  <a:pt x="1536" y="0"/>
                </a:moveTo>
                <a:lnTo>
                  <a:pt x="1287088" y="511875"/>
                </a:lnTo>
                <a:lnTo>
                  <a:pt x="1213739" y="579886"/>
                </a:lnTo>
                <a:lnTo>
                  <a:pt x="0" y="773562"/>
                </a:lnTo>
                <a:lnTo>
                  <a:pt x="1536" y="0"/>
                </a:lnTo>
                <a:close/>
              </a:path>
            </a:pathLst>
          </a:cu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98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D0EB7-C4DD-1B51-F96A-8FF02B6F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354D14A-60A0-1FE8-75FF-8CAFA6A9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8DACD0-A346-F3BC-BA25-F11297D98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9C8B00-286B-4CA6-0307-9F29BBC38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FCFE42-6891-24BC-EFE8-8766F20F6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7A8165-5715-3576-8639-36CE3CE4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288404"/>
            <a:ext cx="10798380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noProof="0">
                <a:solidFill>
                  <a:srgbClr val="FFFFFF"/>
                </a:solidFill>
              </a:rPr>
              <a:t>Choix du système de mesure : profilomètre laser</a:t>
            </a:r>
            <a:endParaRPr lang="fr-FR" noProof="0"/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066D5424-C474-C2BB-1B27-43A32F7C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7C6CCC6-2BE5-4E42-96A4-D1E8E81A3D8E}" type="slidenum">
              <a:rPr lang="fr-FR" noProof="0" smtClean="0"/>
              <a:pPr/>
              <a:t>7</a:t>
            </a:fld>
            <a:endParaRPr lang="fr-FR" noProof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11F7F40-6494-C010-361A-2633D52A728D}"/>
              </a:ext>
            </a:extLst>
          </p:cNvPr>
          <p:cNvSpPr txBox="1"/>
          <p:nvPr/>
        </p:nvSpPr>
        <p:spPr>
          <a:xfrm>
            <a:off x="6022865" y="1737857"/>
            <a:ext cx="59217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noProof="0"/>
              <a:t>Le profilomètre doit être placé à une distance suffisante de la paroi pour obtenir la plage de mesure voulue selon x</a:t>
            </a:r>
          </a:p>
          <a:p>
            <a:r>
              <a:rPr lang="fr-FR">
                <a:sym typeface="Wingdings" panose="05000000000000000000" pitchFamily="2" charset="2"/>
              </a:rPr>
              <a:t> </a:t>
            </a:r>
            <a:r>
              <a:rPr lang="fr-FR"/>
              <a:t>Ici à 700mm pour obtenir une plage de 544mm selon x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162636-B424-9A41-367E-1A6627435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53" y="2035063"/>
            <a:ext cx="5677692" cy="453453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E4D4A17-5E76-B65A-EA2A-0D0F830E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598" y="2949591"/>
            <a:ext cx="4115374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83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48" name="Freeform: Shape 10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08BD02-DEEF-322D-39EE-DAFB71C3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93" y="432916"/>
            <a:ext cx="3409184" cy="3425981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Solution mécanique</a:t>
            </a:r>
            <a:endParaRPr lang="fr-FR" err="1"/>
          </a:p>
        </p:txBody>
      </p:sp>
      <p:pic>
        <p:nvPicPr>
          <p:cNvPr id="1026" name="Picture 2" descr="Une image contenant pupitre&#10;&#10;Le contenu généré par l’IA peut être incorrect.">
            <a:extLst>
              <a:ext uri="{FF2B5EF4-FFF2-40B4-BE49-F238E27FC236}">
                <a16:creationId xmlns:a16="http://schemas.microsoft.com/office/drawing/2014/main" id="{505DF1D1-30EA-D8B2-6019-DB76CC716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2631" y="533093"/>
            <a:ext cx="3227801" cy="592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7475C4-AB1E-635E-CF59-A736C14C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z="1100" noProof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fr-FR" sz="1100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73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304E5-7B21-B699-8590-C1435C46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noProof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7AE022-EF99-DA0C-09D9-AD72136D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Exemple d'actionneurs</a:t>
            </a:r>
            <a:r>
              <a:rPr lang="fr-FR" sz="4000" noProof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EE74F07D-F0D7-2171-0F18-94517D8B1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z="1100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fr-FR" sz="1100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865F22-2209-4523-FC26-4A858D2EFD5B}"/>
              </a:ext>
            </a:extLst>
          </p:cNvPr>
          <p:cNvSpPr txBox="1"/>
          <p:nvPr/>
        </p:nvSpPr>
        <p:spPr>
          <a:xfrm>
            <a:off x="4005358" y="4802801"/>
            <a:ext cx="7801571" cy="156966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/>
              <a:t>Tension d'utilisation = 24V</a:t>
            </a:r>
          </a:p>
          <a:p>
            <a:endParaRPr lang="fr-FR" sz="2400"/>
          </a:p>
          <a:p>
            <a:r>
              <a:rPr lang="fr-FR" sz="2400"/>
              <a:t>Puisse d'alimentation puissance= 24V*2A + 24V * 11A * 2 = 576W</a:t>
            </a:r>
          </a:p>
        </p:txBody>
      </p:sp>
      <p:pic>
        <p:nvPicPr>
          <p:cNvPr id="5" name="Image 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AB27AE05-BA88-43BF-9919-3D876AD3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9" y="1577008"/>
            <a:ext cx="3807128" cy="5095462"/>
          </a:xfrm>
          <a:prstGeom prst="rect">
            <a:avLst/>
          </a:prstGeom>
        </p:spPr>
      </p:pic>
      <p:pic>
        <p:nvPicPr>
          <p:cNvPr id="11" name="Image 10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46B5439-E9E0-DEF5-F1C3-DEB639A78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252" y="1576312"/>
            <a:ext cx="7500731" cy="272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74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126E7-FA8E-3777-1C4C-E0A52DE2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49177A3-6CAD-EAFD-E8B1-B8CE20E82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noProof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08C8E6-CF09-71FE-7210-6EC05EBF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421EED-C97A-F38F-987D-CC558F19C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A94315-3B11-80AE-8CAD-5B7A527C0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1E1AEB-F6AE-AEAE-59AC-D8DC20119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7BA27B-9435-261E-FACA-B81DF9AF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Exemple d'alimentation</a:t>
            </a:r>
            <a:r>
              <a:rPr lang="fr-FR" sz="4000" noProof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FAF02F23-8FD4-E7D3-CD3E-91EE5F55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z="1100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fr-FR" sz="1100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55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2A2E0-0D91-2BA6-3B6E-D6F6B7F8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2" name="Rectangle 514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6" name="Rectangle 514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8" name="Rectangle 514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0" name="Rectangle 514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F82FFD-96D4-273B-9FE8-7DD968B7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</a:rPr>
              <a:t>Schéma</a:t>
            </a:r>
            <a:r>
              <a:rPr lang="en-US" sz="4000">
                <a:solidFill>
                  <a:srgbClr val="FFFFFF"/>
                </a:solidFill>
              </a:rPr>
              <a:t> </a:t>
            </a:r>
            <a:r>
              <a:rPr lang="en-US" sz="4000" err="1">
                <a:solidFill>
                  <a:srgbClr val="FFFFFF"/>
                </a:solidFill>
              </a:rPr>
              <a:t>fonctionnel</a:t>
            </a:r>
            <a:r>
              <a:rPr lang="en-US" sz="4000">
                <a:solidFill>
                  <a:srgbClr val="FFFFFF"/>
                </a:solidFill>
              </a:rPr>
              <a:t> </a:t>
            </a:r>
            <a:endParaRPr lang="en-US" sz="4000" noProof="0">
              <a:solidFill>
                <a:srgbClr val="FFFFFF"/>
              </a:solidFill>
            </a:endParaRP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B55F099B-58B0-5677-82AC-67B8A5E0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z="1100" noProof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Image 2" descr="Une image contenant texte, affichag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A3E914BE-BBD6-8FBF-19F0-F3F573FA8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26" y="1576802"/>
            <a:ext cx="60483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4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8F8BC-4416-3BB8-69F9-BE04E38A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2" name="Rectangle 5141">
            <a:extLst>
              <a:ext uri="{FF2B5EF4-FFF2-40B4-BE49-F238E27FC236}">
                <a16:creationId xmlns:a16="http://schemas.microsoft.com/office/drawing/2014/main" id="{C8B71AA4-FB60-1547-CF05-828B4DA1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38329515-F64F-2FC2-3EDC-0ABFB2F3F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6" name="Rectangle 5145">
            <a:extLst>
              <a:ext uri="{FF2B5EF4-FFF2-40B4-BE49-F238E27FC236}">
                <a16:creationId xmlns:a16="http://schemas.microsoft.com/office/drawing/2014/main" id="{A7D1EDA9-E250-0BF0-D034-C3BE981A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8" name="Rectangle 5147">
            <a:extLst>
              <a:ext uri="{FF2B5EF4-FFF2-40B4-BE49-F238E27FC236}">
                <a16:creationId xmlns:a16="http://schemas.microsoft.com/office/drawing/2014/main" id="{04E8256E-82F6-9C0C-38D2-C539989F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0" name="Rectangle 5149">
            <a:extLst>
              <a:ext uri="{FF2B5EF4-FFF2-40B4-BE49-F238E27FC236}">
                <a16:creationId xmlns:a16="http://schemas.microsoft.com/office/drawing/2014/main" id="{F37BEBD2-E797-27E0-1CF9-B27CEC11B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1A87B7-D828-5A93-823E-669930F2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</a:rPr>
              <a:t>Schéma</a:t>
            </a:r>
            <a:r>
              <a:rPr lang="en-US" sz="4000">
                <a:solidFill>
                  <a:srgbClr val="FFFFFF"/>
                </a:solidFill>
              </a:rPr>
              <a:t> </a:t>
            </a:r>
            <a:r>
              <a:rPr lang="en-US" sz="4000" err="1">
                <a:solidFill>
                  <a:srgbClr val="FFFFFF"/>
                </a:solidFill>
              </a:rPr>
              <a:t>élec</a:t>
            </a:r>
            <a:endParaRPr lang="en-US" sz="4000" noProof="0" err="1">
              <a:solidFill>
                <a:srgbClr val="FFFFFF"/>
              </a:solidFill>
            </a:endParaRP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CC88B4F3-6F4B-3A54-E89C-F5B9CE7E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z="1100" noProof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587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114C4-0234-A62A-4E45-0E850EAD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358B3C-BC9F-987D-2202-017B474F8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1360C-7CC0-F84D-DC25-0BDEAFEDE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97DA1D-5B2D-C281-CBDC-FBCEDE910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C17613-89DE-1A70-39F7-F53DD1C95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97B70E-9F0C-10BF-CC32-C5AEF8BB9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59C422-8E56-34F1-1D42-FD69EBBA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fr-FR" sz="4000" noProof="0">
                <a:solidFill>
                  <a:srgbClr val="FFFFFF"/>
                </a:solidFill>
              </a:rPr>
              <a:t>Annexe 1 : distances capteur/paroi et paroi/porteur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F20F58-526E-B191-B766-A39AD990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noProof="0" smtClean="0"/>
              <a:pPr/>
              <a:t>13</a:t>
            </a:fld>
            <a:endParaRPr lang="fr-FR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8A8120-302D-4605-9C02-A91A3F621D90}"/>
              </a:ext>
            </a:extLst>
          </p:cNvPr>
          <p:cNvSpPr/>
          <p:nvPr/>
        </p:nvSpPr>
        <p:spPr>
          <a:xfrm>
            <a:off x="2097716" y="1782367"/>
            <a:ext cx="416560" cy="47752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noProof="0"/>
              <a:t>Paroi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F0BA0-E2CF-CF70-2018-C3F98C611938}"/>
              </a:ext>
            </a:extLst>
          </p:cNvPr>
          <p:cNvSpPr/>
          <p:nvPr/>
        </p:nvSpPr>
        <p:spPr>
          <a:xfrm>
            <a:off x="5131881" y="3371251"/>
            <a:ext cx="1789889" cy="159743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/>
              <a:t>SPOC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7BDA4-866A-6E32-F00D-CA60191CDDD6}"/>
              </a:ext>
            </a:extLst>
          </p:cNvPr>
          <p:cNvSpPr/>
          <p:nvPr/>
        </p:nvSpPr>
        <p:spPr>
          <a:xfrm>
            <a:off x="4274007" y="3371251"/>
            <a:ext cx="330741" cy="15974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noProof="0"/>
              <a:t>Capteur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BEEB9-1877-70DE-5432-BD2AA174F0D4}"/>
              </a:ext>
            </a:extLst>
          </p:cNvPr>
          <p:cNvSpPr/>
          <p:nvPr/>
        </p:nvSpPr>
        <p:spPr>
          <a:xfrm>
            <a:off x="4604750" y="3782510"/>
            <a:ext cx="527131" cy="78145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FR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40C21-6A97-1688-49D6-A41F686B52B6}"/>
              </a:ext>
            </a:extLst>
          </p:cNvPr>
          <p:cNvSpPr/>
          <p:nvPr/>
        </p:nvSpPr>
        <p:spPr>
          <a:xfrm>
            <a:off x="6921770" y="1879384"/>
            <a:ext cx="2723744" cy="46781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/>
              <a:t>PORTEUR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CCFB6CB-B4BE-8539-A9F9-9AD153EC7BBF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514276" y="4169967"/>
            <a:ext cx="1759731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B4F5C49C-D019-AFE2-25BD-56A91DAF73A8}"/>
              </a:ext>
            </a:extLst>
          </p:cNvPr>
          <p:cNvSpPr txBox="1"/>
          <p:nvPr/>
        </p:nvSpPr>
        <p:spPr>
          <a:xfrm>
            <a:off x="2772817" y="4194635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/>
              <a:t>5-300mm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D8C5109-F98D-75AD-E141-A03BDD021B13}"/>
              </a:ext>
            </a:extLst>
          </p:cNvPr>
          <p:cNvCxnSpPr>
            <a:cxnSpLocks/>
          </p:cNvCxnSpPr>
          <p:nvPr/>
        </p:nvCxnSpPr>
        <p:spPr>
          <a:xfrm>
            <a:off x="2514276" y="5626911"/>
            <a:ext cx="44074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E23925D-E24C-58B2-134D-F3A74809F7B5}"/>
              </a:ext>
            </a:extLst>
          </p:cNvPr>
          <p:cNvSpPr txBox="1"/>
          <p:nvPr/>
        </p:nvSpPr>
        <p:spPr>
          <a:xfrm>
            <a:off x="4142384" y="5626911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noProof="0"/>
              <a:t>? mm max</a:t>
            </a:r>
          </a:p>
        </p:txBody>
      </p:sp>
    </p:spTree>
    <p:extLst>
      <p:ext uri="{BB962C8B-B14F-4D97-AF65-F5344CB8AC3E}">
        <p14:creationId xmlns:p14="http://schemas.microsoft.com/office/powerpoint/2010/main" val="2308312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70517-3B0C-F3E3-F92D-66CA19404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C466E6E-AEE0-405F-60B0-C48AE6AE1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683382-43C4-318C-8ADC-BDC534629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98C59-A2A6-1D65-0D7C-601603FDA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B81081-ACDE-D294-DA1A-3DF5DB2A8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4731AF-EE1D-A076-F1E6-077A93E0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9187EA-D43F-0C9C-D9EF-627721F0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37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Annexe 2 : architectures </a:t>
            </a:r>
            <a:r>
              <a:rPr lang="fr-FR" sz="3700" noProof="0">
                <a:solidFill>
                  <a:srgbClr val="FFFFFF"/>
                </a:solidFill>
              </a:rPr>
              <a:t>fonctionnelle</a:t>
            </a:r>
            <a:r>
              <a:rPr lang="fr-FR" sz="37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SPOC</a:t>
            </a:r>
          </a:p>
        </p:txBody>
      </p:sp>
      <p:pic>
        <p:nvPicPr>
          <p:cNvPr id="3074" name="Picture 2" descr="Une image contenant texte, diagramme, capture d’écran, Plan&#10;&#10;Le contenu généré par l’IA peut être incorrect.">
            <a:extLst>
              <a:ext uri="{FF2B5EF4-FFF2-40B4-BE49-F238E27FC236}">
                <a16:creationId xmlns:a16="http://schemas.microsoft.com/office/drawing/2014/main" id="{A08DD84F-99DC-ED2B-119B-00B3A552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669" y="1622745"/>
            <a:ext cx="7603809" cy="519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FB5709CA-A5CE-F516-5D9C-924A0E3B1E0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7C6CCC6-2BE5-4E42-96A4-D1E8E81A3D8E}" type="slidenum">
              <a:rPr lang="fr-FR" noProof="0" smtClean="0"/>
              <a:pPr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7851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EB2EA-6063-264B-F1E7-DCFEA77D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1D55FB-90B2-D1A5-1D76-C4CFA821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37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Annexe 3 : architectures logique SPOC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1AB7C48-8240-7BD9-F585-81046C0E1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151" y="1622745"/>
            <a:ext cx="6049049" cy="509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956250-A9B9-4070-B147-BEF8DD02064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7C6CCC6-2BE5-4E42-96A4-D1E8E81A3D8E}" type="slidenum">
              <a:rPr lang="fr-FR" noProof="0" smtClean="0"/>
              <a:pPr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2066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AEF1F-CA84-DACC-2803-9CA01F2C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89AF04-7713-40CE-D081-02C6F6B2F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65408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noProof="0">
                <a:solidFill>
                  <a:srgbClr val="FFFFFF"/>
                </a:solidFill>
              </a:rPr>
              <a:t>Annexe 4 : sous-ensembles physiques du SPOC</a:t>
            </a:r>
            <a:endParaRPr lang="fr-FR" sz="4000" kern="1200" noProof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854E157-93B9-1730-56F5-FB2378370C6E}"/>
              </a:ext>
            </a:extLst>
          </p:cNvPr>
          <p:cNvSpPr/>
          <p:nvPr/>
        </p:nvSpPr>
        <p:spPr>
          <a:xfrm>
            <a:off x="3170145" y="3430646"/>
            <a:ext cx="1692613" cy="214008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/>
              <a:t>Interface capteur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92201ED-DD36-0BEC-67D4-05DEBBEC2C94}"/>
              </a:ext>
            </a:extLst>
          </p:cNvPr>
          <p:cNvSpPr/>
          <p:nvPr/>
        </p:nvSpPr>
        <p:spPr>
          <a:xfrm>
            <a:off x="7472563" y="3430646"/>
            <a:ext cx="1692613" cy="214008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noProof="0"/>
              <a:t>Interface du porteur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06262C-E356-A9C3-6298-6FF9251D9FAF}"/>
              </a:ext>
            </a:extLst>
          </p:cNvPr>
          <p:cNvSpPr/>
          <p:nvPr/>
        </p:nvSpPr>
        <p:spPr>
          <a:xfrm>
            <a:off x="4664737" y="3429000"/>
            <a:ext cx="3005847" cy="214173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noProof="0">
                <a:solidFill>
                  <a:schemeClr val="bg1"/>
                </a:solidFill>
              </a:rPr>
              <a:t>Sous-système de positionnement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BDA1BA5-7E79-102A-0516-F3F87939AD54}"/>
              </a:ext>
            </a:extLst>
          </p:cNvPr>
          <p:cNvSpPr/>
          <p:nvPr/>
        </p:nvSpPr>
        <p:spPr>
          <a:xfrm>
            <a:off x="2794000" y="2733065"/>
            <a:ext cx="6705600" cy="3129280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F56D1EE-A3B0-A43C-1387-51351E279E84}"/>
              </a:ext>
            </a:extLst>
          </p:cNvPr>
          <p:cNvSpPr txBox="1"/>
          <p:nvPr/>
        </p:nvSpPr>
        <p:spPr>
          <a:xfrm>
            <a:off x="3089937" y="276970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SPOC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55EFF8-3386-754B-5272-1BD720A9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noProof="0" smtClean="0"/>
              <a:pPr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30667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528C-2C0A-8BF5-2C4A-0022B79E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5FB336F9-C7C6-419F-B8AC-60C0880C1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991" y="1328207"/>
            <a:ext cx="6049049" cy="509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3">
            <a:extLst>
              <a:ext uri="{FF2B5EF4-FFF2-40B4-BE49-F238E27FC236}">
                <a16:creationId xmlns:a16="http://schemas.microsoft.com/office/drawing/2014/main" id="{DDC1A932-777D-F273-8F3E-96E96850B1D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7C6CCC6-2BE5-4E42-96A4-D1E8E81A3D8E}" type="slidenum">
              <a:rPr lang="fr-FR" noProof="0" smtClean="0"/>
              <a:pPr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33945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38608-5842-E1FA-A3D9-C6E5F729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EF96C2-2471-0D9F-61EA-FD23C5F9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fr-FR" sz="40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Annexe 5 : exemple </a:t>
            </a:r>
            <a:r>
              <a:rPr lang="fr-FR" sz="4000">
                <a:solidFill>
                  <a:srgbClr val="FFFFFF"/>
                </a:solidFill>
              </a:rPr>
              <a:t>de motoréducteur</a:t>
            </a:r>
            <a:endParaRPr lang="fr-FR" sz="4000" kern="1200" noProof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4D9A6B-2A39-66DF-C88B-7A4524A6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z="1100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fr-FR" sz="1100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9CA917A-8F52-1E1E-D8CB-3BB2AD0E5CD4}"/>
              </a:ext>
            </a:extLst>
          </p:cNvPr>
          <p:cNvSpPr txBox="1"/>
          <p:nvPr/>
        </p:nvSpPr>
        <p:spPr>
          <a:xfrm>
            <a:off x="450482" y="6195391"/>
            <a:ext cx="1174151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noProof="0">
                <a:ea typeface="+mn-lt"/>
                <a:cs typeface="+mn-lt"/>
              </a:rPr>
              <a:t>https://www.</a:t>
            </a:r>
            <a:r>
              <a:rPr lang="fr-FR">
                <a:ea typeface="+mn-lt"/>
                <a:cs typeface="+mn-lt"/>
              </a:rPr>
              <a:t>omc-stepperonline</a:t>
            </a:r>
            <a:r>
              <a:rPr lang="fr-FR" noProof="0">
                <a:ea typeface="+mn-lt"/>
                <a:cs typeface="+mn-lt"/>
              </a:rPr>
              <a:t>.</a:t>
            </a:r>
            <a:r>
              <a:rPr lang="fr-FR">
                <a:ea typeface="+mn-lt"/>
                <a:cs typeface="+mn-lt"/>
              </a:rPr>
              <a:t>com/</a:t>
            </a:r>
            <a:r>
              <a:rPr lang="fr-FR" noProof="0">
                <a:ea typeface="+mn-lt"/>
                <a:cs typeface="+mn-lt"/>
              </a:rPr>
              <a:t>fr/</a:t>
            </a:r>
            <a:r>
              <a:rPr lang="fr-FR">
                <a:ea typeface="+mn-lt"/>
                <a:cs typeface="+mn-lt"/>
              </a:rPr>
              <a:t>moteur-a-engrenages-cc-24v-brosse-130nm-18409-51oz-in-9-6rpm-avec-reducteur-planetaire-229-1-ip66-155-c-311-f-pb94-92242200-g229?utm_source=chatgpt</a:t>
            </a:r>
            <a:r>
              <a:rPr lang="fr-FR" noProof="0">
                <a:ea typeface="+mn-lt"/>
                <a:cs typeface="+mn-lt"/>
              </a:rPr>
              <a:t>.</a:t>
            </a:r>
            <a:r>
              <a:rPr lang="fr-FR">
                <a:ea typeface="+mn-lt"/>
                <a:cs typeface="+mn-lt"/>
              </a:rPr>
              <a:t>com</a:t>
            </a:r>
            <a:endParaRPr lang="fr-FR"/>
          </a:p>
        </p:txBody>
      </p:sp>
      <p:pic>
        <p:nvPicPr>
          <p:cNvPr id="3" name="Image 2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0DE9C55-90A8-94DA-D348-24EE02367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825438"/>
            <a:ext cx="8663940" cy="368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25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44B26-EF86-D1FA-4711-D2F25C01F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7A2ECC4-B6C9-876D-23C5-A226C0AA6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FF95B7-6FAA-B745-AF07-2D32BFB64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2D37D4-D58D-168B-9358-A7C237926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5A0CEA-97F1-3EFD-BD2F-9105EAD9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4CB9DA-E2AC-D31A-1BB1-58E9224E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Annexe </a:t>
            </a:r>
            <a:r>
              <a:rPr lang="fr-FR" sz="4000">
                <a:solidFill>
                  <a:srgbClr val="FFFFFF"/>
                </a:solidFill>
              </a:rPr>
              <a:t>6 </a:t>
            </a:r>
            <a:r>
              <a:rPr lang="fr-FR" sz="40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exemple de </a:t>
            </a:r>
            <a:r>
              <a:rPr lang="fr-FR" sz="4000">
                <a:solidFill>
                  <a:srgbClr val="FFFFFF"/>
                </a:solidFill>
              </a:rPr>
              <a:t>moteur</a:t>
            </a:r>
            <a:endParaRPr lang="fr-FR" sz="4000" kern="1200" noProof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F7C41BA-3386-6B91-B815-61129580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z="1100" noProof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fr-FR" sz="1100" noProof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2D927CE-F4F2-74F0-2B1D-913AEEC4F2EB}"/>
              </a:ext>
            </a:extLst>
          </p:cNvPr>
          <p:cNvSpPr txBox="1"/>
          <p:nvPr/>
        </p:nvSpPr>
        <p:spPr>
          <a:xfrm>
            <a:off x="519545" y="5761181"/>
            <a:ext cx="9836727" cy="94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>
                <a:ea typeface="+mn-lt"/>
                <a:cs typeface="+mn-lt"/>
              </a:rPr>
              <a:t>https://www.motionproplus.com/verins-electrique-lineaire/59-445-verin-electrique-cylindrique-haute-qualite-mpp-hcs-100-kg.html#/43-vitesse-10_mm_s/49-volts-24v/54-course-150_mm/133-force-1200_n</a:t>
            </a:r>
            <a:endParaRPr lang="fr-FR"/>
          </a:p>
        </p:txBody>
      </p:sp>
      <p:pic>
        <p:nvPicPr>
          <p:cNvPr id="5" name="Image 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4728621-759A-AC6E-6AE5-F5CE3460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76" y="1713429"/>
            <a:ext cx="7558426" cy="39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455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Thème Office</vt:lpstr>
      <vt:lpstr>Revue technique électronique</vt:lpstr>
      <vt:lpstr>Sommaire</vt:lpstr>
      <vt:lpstr>Rappel du cahier des charges</vt:lpstr>
      <vt:lpstr>Hypothèses</vt:lpstr>
      <vt:lpstr>Scénario opérationnel</vt:lpstr>
      <vt:lpstr>Choix du système de mesure : profilomètre laser</vt:lpstr>
      <vt:lpstr>Choix du système de mesure : profilomètre laser</vt:lpstr>
      <vt:lpstr>Solution mécanique</vt:lpstr>
      <vt:lpstr>Exemple d'actionneurs </vt:lpstr>
      <vt:lpstr>Exemple d'alimentation </vt:lpstr>
      <vt:lpstr>Schéma fonctionnel </vt:lpstr>
      <vt:lpstr>Schéma élec</vt:lpstr>
      <vt:lpstr>Annexe 1 : distances capteur/paroi et paroi/porteur</vt:lpstr>
      <vt:lpstr>Annexe 2 : architectures fonctionnelle SPOC</vt:lpstr>
      <vt:lpstr>Annexe 3 : architectures logique SPOC</vt:lpstr>
      <vt:lpstr>Annexe 4 : sous-ensembles physiques du SPOC</vt:lpstr>
      <vt:lpstr>PowerPoint Presentation</vt:lpstr>
      <vt:lpstr>Annexe 5 : exemple de motoréducteur</vt:lpstr>
      <vt:lpstr>Annexe 6 : exemple de moteur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2025-10-31T09:58:15Z</dcterms:created>
  <dcterms:modified xsi:type="dcterms:W3CDTF">2026-01-13T14:01:18Z</dcterms:modified>
</cp:coreProperties>
</file>